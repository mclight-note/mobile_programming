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/>
              <a:t>Mobile Programming</a:t>
            </a:r>
            <a:br>
              <a:rPr lang="en-US"/>
            </a:br>
            <a:r>
              <a:rPr lang="en-US"/>
              <a:t>5</a:t>
            </a:r>
            <a:r>
              <a:rPr lang="en-US"/>
              <a:t>-Assignment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355"/>
            <a:ext cx="9144000" cy="1723390"/>
          </a:xfrm>
        </p:spPr>
        <p:txBody>
          <a:bodyPr/>
          <a:p>
            <a:r>
              <a:rPr lang="en-US"/>
              <a:t>Computer Engineering Department</a:t>
            </a:r>
            <a:endParaRPr lang="en-US"/>
          </a:p>
          <a:p>
            <a:r>
              <a:rPr lang="en-US"/>
              <a:t>Shukirillaev Mukhammadsodik, 202438379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ext Box 6"/>
          <p:cNvSpPr txBox="1"/>
          <p:nvPr/>
        </p:nvSpPr>
        <p:spPr>
          <a:xfrm>
            <a:off x="0" y="0"/>
            <a:ext cx="52355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/>
              <a:t>Task. Printing index, substring, char:</a:t>
            </a:r>
            <a:endParaRPr lang="en-US" sz="2400"/>
          </a:p>
        </p:txBody>
      </p:sp>
      <p:sp>
        <p:nvSpPr>
          <p:cNvPr id="5" name="Text Box 4"/>
          <p:cNvSpPr txBox="1"/>
          <p:nvPr/>
        </p:nvSpPr>
        <p:spPr>
          <a:xfrm>
            <a:off x="4117975" y="5083810"/>
            <a:ext cx="13271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400"/>
              <a:t>Output:</a:t>
            </a:r>
            <a:endParaRPr lang="en-US" sz="2400"/>
          </a:p>
        </p:txBody>
      </p:sp>
      <p:pic>
        <p:nvPicPr>
          <p:cNvPr id="2" name="Picture 1" descr="Screenshot 2026-03-31 at 10.12.25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0" y="531495"/>
            <a:ext cx="9024620" cy="4166235"/>
          </a:xfrm>
          <a:prstGeom prst="rect">
            <a:avLst/>
          </a:prstGeom>
        </p:spPr>
      </p:pic>
      <p:pic>
        <p:nvPicPr>
          <p:cNvPr id="6" name="Picture 5" descr="Screenshot 2026-03-31 at 10.13.32 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8835" y="4237355"/>
            <a:ext cx="3771900" cy="21755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ext Box 6"/>
          <p:cNvSpPr txBox="1"/>
          <p:nvPr/>
        </p:nvSpPr>
        <p:spPr>
          <a:xfrm>
            <a:off x="0" y="0"/>
            <a:ext cx="119551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/>
              <a:t>Task: M</a:t>
            </a:r>
            <a:r>
              <a:rPr lang="en-US" sz="2400">
                <a:sym typeface="+mn-ea"/>
              </a:rPr>
              <a:t>ake a programm which intakes all data types and print them with name of the data type</a:t>
            </a:r>
            <a:r>
              <a:rPr lang="en-US" sz="2400"/>
              <a:t> </a:t>
            </a:r>
            <a:endParaRPr lang="en-US" sz="2400"/>
          </a:p>
        </p:txBody>
      </p:sp>
      <p:sp>
        <p:nvSpPr>
          <p:cNvPr id="5" name="Text Box 4"/>
          <p:cNvSpPr txBox="1"/>
          <p:nvPr/>
        </p:nvSpPr>
        <p:spPr>
          <a:xfrm>
            <a:off x="7139940" y="2258695"/>
            <a:ext cx="17075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400"/>
              <a:t>Output:</a:t>
            </a:r>
            <a:endParaRPr lang="en-US" sz="2400"/>
          </a:p>
        </p:txBody>
      </p:sp>
      <p:pic>
        <p:nvPicPr>
          <p:cNvPr id="3" name="Picture 2" descr="Screenshot 2026-03-31 at 10.17.12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870" y="1162050"/>
            <a:ext cx="5577205" cy="4533900"/>
          </a:xfrm>
          <a:prstGeom prst="rect">
            <a:avLst/>
          </a:prstGeom>
        </p:spPr>
      </p:pic>
      <p:pic>
        <p:nvPicPr>
          <p:cNvPr id="4" name="Picture 3" descr="Screenshot 2026-03-31 at 10.18.35 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7440" y="2915920"/>
            <a:ext cx="3333115" cy="35960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ext Box 6"/>
          <p:cNvSpPr txBox="1"/>
          <p:nvPr/>
        </p:nvSpPr>
        <p:spPr>
          <a:xfrm>
            <a:off x="0" y="0"/>
            <a:ext cx="119551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Task: </a:t>
            </a:r>
            <a:r>
              <a:rPr lang="en-US" altLang="en-US">
                <a:sym typeface="+mn-ea"/>
              </a:rPr>
              <a:t>You are given the program that receives: a string: person’s name, integer: work experience.</a:t>
            </a:r>
            <a:endParaRPr lang="en-US" altLang="en-US"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4879975" y="4914265"/>
            <a:ext cx="17075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400"/>
              <a:t>Output:</a:t>
            </a:r>
            <a:endParaRPr lang="en-US" sz="2400"/>
          </a:p>
        </p:txBody>
      </p:sp>
      <p:pic>
        <p:nvPicPr>
          <p:cNvPr id="2" name="Picture 1" descr="Screenshot 2026-03-31 at 10.20.47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" y="368300"/>
            <a:ext cx="9959975" cy="3997325"/>
          </a:xfrm>
          <a:prstGeom prst="rect">
            <a:avLst/>
          </a:prstGeom>
        </p:spPr>
      </p:pic>
      <p:pic>
        <p:nvPicPr>
          <p:cNvPr id="6" name="Picture 5" descr="Screenshot 2026-03-31 at 10.23.11 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6570" y="3643630"/>
            <a:ext cx="4699000" cy="30010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ext Box 6"/>
          <p:cNvSpPr txBox="1"/>
          <p:nvPr/>
        </p:nvSpPr>
        <p:spPr>
          <a:xfrm>
            <a:off x="0" y="0"/>
            <a:ext cx="119551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Task: </a:t>
            </a:r>
            <a:r>
              <a:rPr lang="en-US" altLang="en-US">
                <a:sym typeface="+mn-ea"/>
              </a:rPr>
              <a:t>The entry is a string. You need to extract this string in uppercase.</a:t>
            </a:r>
            <a:endParaRPr lang="en-US" altLang="en-US"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5774690" y="4914265"/>
            <a:ext cx="17075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400"/>
              <a:t>Output:</a:t>
            </a:r>
            <a:endParaRPr lang="en-US" sz="2400"/>
          </a:p>
        </p:txBody>
      </p:sp>
      <p:pic>
        <p:nvPicPr>
          <p:cNvPr id="3" name="Picture 2" descr="Screenshot 2026-03-31 at 10.24.24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355" y="455930"/>
            <a:ext cx="6019800" cy="4458335"/>
          </a:xfrm>
          <a:prstGeom prst="rect">
            <a:avLst/>
          </a:prstGeom>
        </p:spPr>
      </p:pic>
      <p:pic>
        <p:nvPicPr>
          <p:cNvPr id="4" name="Picture 3" descr="Screenshot 2026-03-31 at 10.25.11 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2205" y="2920365"/>
            <a:ext cx="3136900" cy="3594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ext Box 6"/>
          <p:cNvSpPr txBox="1"/>
          <p:nvPr/>
        </p:nvSpPr>
        <p:spPr>
          <a:xfrm>
            <a:off x="0" y="0"/>
            <a:ext cx="119551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Task: </a:t>
            </a:r>
            <a:r>
              <a:rPr lang="en-US" altLang="en-US">
                <a:sym typeface="+mn-ea"/>
              </a:rPr>
              <a:t>Checking the output</a:t>
            </a:r>
            <a:endParaRPr lang="en-US" altLang="en-US"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7763510" y="2335530"/>
            <a:ext cx="17075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400"/>
              <a:t>Output:</a:t>
            </a:r>
            <a:endParaRPr lang="en-US" sz="2400"/>
          </a:p>
        </p:txBody>
      </p:sp>
      <p:pic>
        <p:nvPicPr>
          <p:cNvPr id="2" name="Picture 1" descr="Screenshot 2026-03-31 at 10.46.34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5275" y="508635"/>
            <a:ext cx="6880860" cy="5250815"/>
          </a:xfrm>
          <a:prstGeom prst="rect">
            <a:avLst/>
          </a:prstGeom>
        </p:spPr>
      </p:pic>
      <p:pic>
        <p:nvPicPr>
          <p:cNvPr id="6" name="Picture 5" descr="Screenshot 2026-03-31 at 10.46.38 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4445" y="3079115"/>
            <a:ext cx="3228340" cy="29584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462</Words>
  <Application>WPS Presentation</Application>
  <PresentationFormat>Widescreen</PresentationFormat>
  <Paragraphs>25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Arial</vt:lpstr>
      <vt:lpstr>SimSun</vt:lpstr>
      <vt:lpstr>Wingdings</vt:lpstr>
      <vt:lpstr>Calibri Light</vt:lpstr>
      <vt:lpstr>Helvetica Neue</vt:lpstr>
      <vt:lpstr>Calibri</vt:lpstr>
      <vt:lpstr>Microsoft YaHei</vt:lpstr>
      <vt:lpstr>汉仪旗黑</vt:lpstr>
      <vt:lpstr>Arial Unicode MS</vt:lpstr>
      <vt:lpstr>Office Theme</vt:lpstr>
      <vt:lpstr>Mobile Programming 5-Assignment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mclight</dc:creator>
  <cp:lastModifiedBy>Muhammadsodiq Shukurillayev</cp:lastModifiedBy>
  <cp:revision>13</cp:revision>
  <dcterms:created xsi:type="dcterms:W3CDTF">2026-03-31T01:47:51Z</dcterms:created>
  <dcterms:modified xsi:type="dcterms:W3CDTF">2026-03-31T01:47:51Z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E27A218E51B1EF7EEFEEB06989AA02C4_43</vt:lpwstr>
  </property>
  <property fmtid="{D5CDD505-2E9C-101B-9397-08002B2CF9AE}" pid="3" name="KSOProductBuildVer">
    <vt:lpwstr>1033-12.1.23155.23155</vt:lpwstr>
  </property>
</Properties>
</file>
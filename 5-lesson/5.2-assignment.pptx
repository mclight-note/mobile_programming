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Mobile Programming</a:t>
            </a:r>
            <a:br>
              <a:rPr lang="en-US"/>
            </a:br>
            <a:r>
              <a:rPr lang="en-US"/>
              <a:t>5.2-Assignment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000" cy="1723390"/>
          </a:xfrm>
        </p:spPr>
        <p:txBody>
          <a:bodyPr/>
          <a:p>
            <a:r>
              <a:rPr lang="en-US"/>
              <a:t>Computer Engineering Department</a:t>
            </a:r>
            <a:endParaRPr lang="en-US"/>
          </a:p>
          <a:p>
            <a:r>
              <a:rPr lang="en-US"/>
              <a:t>Shukirillaev Mukhammadsodik, 202438379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0" y="0"/>
            <a:ext cx="120738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Task. </a:t>
            </a:r>
            <a:r>
              <a:rPr lang="en-US" altLang="en-US" sz="2400">
                <a:sym typeface="+mn-ea"/>
              </a:rPr>
              <a:t> Write a program that calculates the cube’s volume and area of its full surface by the input value of the rib length.</a:t>
            </a:r>
            <a:endParaRPr lang="en-US" sz="2400"/>
          </a:p>
        </p:txBody>
      </p:sp>
      <p:sp>
        <p:nvSpPr>
          <p:cNvPr id="5" name="Text Box 4"/>
          <p:cNvSpPr txBox="1"/>
          <p:nvPr/>
        </p:nvSpPr>
        <p:spPr>
          <a:xfrm>
            <a:off x="8134350" y="2566670"/>
            <a:ext cx="1327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400"/>
              <a:t>Output:</a:t>
            </a:r>
            <a:endParaRPr lang="en-US" sz="2400"/>
          </a:p>
        </p:txBody>
      </p:sp>
      <p:pic>
        <p:nvPicPr>
          <p:cNvPr id="3" name="Picture 2" descr="Screenshot 2026-04-01 at 1.16.18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035" y="1016000"/>
            <a:ext cx="7086600" cy="4826000"/>
          </a:xfrm>
          <a:prstGeom prst="rect">
            <a:avLst/>
          </a:prstGeom>
        </p:spPr>
      </p:pic>
      <p:pic>
        <p:nvPicPr>
          <p:cNvPr id="4" name="Picture 3" descr="Screenshot 2026-04-01 at 1.16.39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0965" y="3333115"/>
            <a:ext cx="3225800" cy="2413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0" y="0"/>
            <a:ext cx="120738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Task. </a:t>
            </a:r>
            <a:r>
              <a:rPr lang="en-US" altLang="en-US" sz="2400">
                <a:solidFill>
                  <a:srgbClr val="222222"/>
                </a:solidFill>
                <a:latin typeface="Roboto"/>
                <a:ea typeface="Roboto"/>
                <a:sym typeface="+mn-ea"/>
              </a:rPr>
              <a:t>You are given the positive valid number X is given. Print out its fractional part.</a:t>
            </a:r>
            <a:r>
              <a:rPr lang="en-US" altLang="en-US" sz="2400">
                <a:sym typeface="+mn-ea"/>
              </a:rPr>
              <a:t> </a:t>
            </a:r>
            <a:r>
              <a:rPr lang="en-US" altLang="en-US" sz="2400">
                <a:sym typeface="+mn-ea"/>
              </a:rPr>
              <a:t> </a:t>
            </a:r>
            <a:endParaRPr lang="en-US" sz="2400"/>
          </a:p>
        </p:txBody>
      </p:sp>
      <p:sp>
        <p:nvSpPr>
          <p:cNvPr id="5" name="Text Box 4"/>
          <p:cNvSpPr txBox="1"/>
          <p:nvPr/>
        </p:nvSpPr>
        <p:spPr>
          <a:xfrm>
            <a:off x="8408670" y="2780030"/>
            <a:ext cx="1327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400"/>
              <a:t>Output:</a:t>
            </a:r>
            <a:endParaRPr lang="en-US" sz="2400"/>
          </a:p>
        </p:txBody>
      </p:sp>
      <p:pic>
        <p:nvPicPr>
          <p:cNvPr id="3" name="Picture 2" descr="Screenshot 2026-04-01 at 1.20.02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210" y="1257935"/>
            <a:ext cx="7810500" cy="3505200"/>
          </a:xfrm>
          <a:prstGeom prst="rect">
            <a:avLst/>
          </a:prstGeom>
        </p:spPr>
      </p:pic>
      <p:pic>
        <p:nvPicPr>
          <p:cNvPr id="4" name="Picture 3" descr="Screenshot 2026-04-01 at 1.20.49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1505" y="3511550"/>
            <a:ext cx="3552190" cy="23037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329</Words>
  <Application>WPS Presentation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6" baseType="lpstr">
      <vt:lpstr>Arial</vt:lpstr>
      <vt:lpstr>SimSun</vt:lpstr>
      <vt:lpstr>Wingdings</vt:lpstr>
      <vt:lpstr>Calibri Light</vt:lpstr>
      <vt:lpstr>Helvetica Neue</vt:lpstr>
      <vt:lpstr>Calibri</vt:lpstr>
      <vt:lpstr>Microsoft YaHei</vt:lpstr>
      <vt:lpstr>汉仪旗黑</vt:lpstr>
      <vt:lpstr>Arial Unicode MS</vt:lpstr>
      <vt:lpstr>宋体-简</vt:lpstr>
      <vt:lpstr>Roboto</vt:lpstr>
      <vt:lpstr>Thonburi</vt:lpstr>
      <vt:lpstr>Office Theme</vt:lpstr>
      <vt:lpstr>Mobile Programming 5-Assignment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mclight</dc:creator>
  <cp:lastModifiedBy>Muhammadsodiq Shukurillayev</cp:lastModifiedBy>
  <cp:revision>15</cp:revision>
  <dcterms:created xsi:type="dcterms:W3CDTF">2026-04-01T04:25:13Z</dcterms:created>
  <dcterms:modified xsi:type="dcterms:W3CDTF">2026-04-01T04:25:13Z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E27A218E51B1EF7EEFEEB06989AA02C4_43</vt:lpwstr>
  </property>
  <property fmtid="{D5CDD505-2E9C-101B-9397-08002B2CF9AE}" pid="3" name="KSOProductBuildVer">
    <vt:lpwstr>1033-12.1.23155.23155</vt:lpwstr>
  </property>
</Properties>
</file>
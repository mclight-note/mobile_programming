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3" r:id="rId6"/>
    <p:sldId id="284" r:id="rId7"/>
    <p:sldId id="285" r:id="rId8"/>
    <p:sldId id="28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br>
              <a:rPr lang="en-US"/>
            </a:br>
            <a:r>
              <a:rPr lang="en-US"/>
              <a:t>11-Assignment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723390"/>
          </a:xfrm>
        </p:spPr>
        <p:txBody>
          <a:bodyPr/>
          <a:p>
            <a:r>
              <a:rPr lang="en-US"/>
              <a:t>Computer Engineering Department</a:t>
            </a:r>
            <a:endParaRPr lang="en-US"/>
          </a:p>
          <a:p>
            <a:r>
              <a:rPr lang="en-US"/>
              <a:t>Shukirillaev Mukhammadsodik, 202438379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1998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1.</a:t>
            </a:r>
            <a:endParaRPr lang="en-US" alt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717280" y="15875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5-12 at 9.52.36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795" y="158750"/>
            <a:ext cx="7251700" cy="6540500"/>
          </a:xfrm>
          <a:prstGeom prst="rect">
            <a:avLst/>
          </a:prstGeom>
        </p:spPr>
      </p:pic>
      <p:pic>
        <p:nvPicPr>
          <p:cNvPr id="3" name="Picture 2" descr="Screenshot 2026-05-12 at 9.53.15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585" y="2679065"/>
            <a:ext cx="2413000" cy="1739900"/>
          </a:xfrm>
          <a:prstGeom prst="rect">
            <a:avLst/>
          </a:prstGeom>
        </p:spPr>
      </p:pic>
      <p:pic>
        <p:nvPicPr>
          <p:cNvPr id="4" name="Picture 3" descr="Screenshot 2026-05-12 at 9.53.30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85" y="753745"/>
            <a:ext cx="3657600" cy="1790700"/>
          </a:xfrm>
          <a:prstGeom prst="rect">
            <a:avLst/>
          </a:prstGeom>
        </p:spPr>
      </p:pic>
      <p:pic>
        <p:nvPicPr>
          <p:cNvPr id="6" name="Picture 5" descr="Screenshot 2026-05-12 at 9.53.42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585" y="4722495"/>
            <a:ext cx="25781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1998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2.</a:t>
            </a:r>
            <a:endParaRPr lang="en-US" alt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717280" y="15875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8" name="Picture 7" descr="Screenshot 2026-05-12 at 9.57.10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135" y="160020"/>
            <a:ext cx="4545330" cy="6522720"/>
          </a:xfrm>
          <a:prstGeom prst="rect">
            <a:avLst/>
          </a:prstGeom>
        </p:spPr>
      </p:pic>
      <p:pic>
        <p:nvPicPr>
          <p:cNvPr id="9" name="Picture 8" descr="Screenshot 2026-05-12 at 9.58.52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105" y="2159000"/>
            <a:ext cx="26035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1998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3.</a:t>
            </a:r>
            <a:endParaRPr lang="en-US" alt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717280" y="15875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5-12 at 10.03.48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205" y="64770"/>
            <a:ext cx="5969000" cy="6705600"/>
          </a:xfrm>
          <a:prstGeom prst="rect">
            <a:avLst/>
          </a:prstGeom>
        </p:spPr>
      </p:pic>
      <p:pic>
        <p:nvPicPr>
          <p:cNvPr id="3" name="Picture 2" descr="Screenshot 2026-05-12 at 10.04.4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555" y="4948555"/>
            <a:ext cx="2374900" cy="1638300"/>
          </a:xfrm>
          <a:prstGeom prst="rect">
            <a:avLst/>
          </a:prstGeom>
        </p:spPr>
      </p:pic>
      <p:pic>
        <p:nvPicPr>
          <p:cNvPr id="4" name="Picture 3" descr="Screenshot 2026-05-12 at 10.05.43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855" y="2857500"/>
            <a:ext cx="2514600" cy="1917700"/>
          </a:xfrm>
          <a:prstGeom prst="rect">
            <a:avLst/>
          </a:prstGeom>
        </p:spPr>
      </p:pic>
      <p:pic>
        <p:nvPicPr>
          <p:cNvPr id="6" name="Picture 5" descr="Screenshot 2026-05-12 at 10.04.54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255" y="738505"/>
            <a:ext cx="24892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1998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4.</a:t>
            </a:r>
            <a:endParaRPr lang="en-US" alt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717280" y="15875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8" name="Picture 7" descr="Screenshot 2026-05-12 at 10.17.0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3975100"/>
            <a:ext cx="2489200" cy="2768600"/>
          </a:xfrm>
          <a:prstGeom prst="rect">
            <a:avLst/>
          </a:prstGeom>
        </p:spPr>
      </p:pic>
      <p:pic>
        <p:nvPicPr>
          <p:cNvPr id="9" name="Picture 8" descr="Screenshot 2026-05-12 at 10.18.25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90" y="3932555"/>
            <a:ext cx="2425700" cy="2806700"/>
          </a:xfrm>
          <a:prstGeom prst="rect">
            <a:avLst/>
          </a:prstGeom>
        </p:spPr>
      </p:pic>
      <p:pic>
        <p:nvPicPr>
          <p:cNvPr id="10" name="Picture 9" descr="Screenshot 2026-05-12 at 10.17.25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605" y="779145"/>
            <a:ext cx="2476500" cy="3060700"/>
          </a:xfrm>
          <a:prstGeom prst="rect">
            <a:avLst/>
          </a:prstGeom>
        </p:spPr>
      </p:pic>
      <p:pic>
        <p:nvPicPr>
          <p:cNvPr id="11" name="Picture 10" descr="Screenshot 2026-05-12 at 10.18.08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50" y="158750"/>
            <a:ext cx="5296535" cy="6580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1998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5.</a:t>
            </a:r>
            <a:endParaRPr lang="en-US" alt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717280" y="15875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5-12 at 10.21.33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3610" y="1183005"/>
            <a:ext cx="4503420" cy="1854200"/>
          </a:xfrm>
          <a:prstGeom prst="rect">
            <a:avLst/>
          </a:prstGeom>
        </p:spPr>
      </p:pic>
      <p:pic>
        <p:nvPicPr>
          <p:cNvPr id="3" name="Picture 2" descr="Screenshot 2026-05-12 at 10.21.57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545" y="3759835"/>
            <a:ext cx="4388485" cy="1775460"/>
          </a:xfrm>
          <a:prstGeom prst="rect">
            <a:avLst/>
          </a:prstGeom>
        </p:spPr>
      </p:pic>
      <p:pic>
        <p:nvPicPr>
          <p:cNvPr id="4" name="Picture 3" descr="Screenshot 2026-05-12 at 10.26.06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425" y="158750"/>
            <a:ext cx="5964555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WPS Presentation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Mobile Programming 10-Assignment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mclight</cp:lastModifiedBy>
  <cp:revision>19</cp:revision>
  <dcterms:created xsi:type="dcterms:W3CDTF">2026-05-12T01:28:36Z</dcterms:created>
  <dcterms:modified xsi:type="dcterms:W3CDTF">2026-05-12T01:28:36Z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E27A218E51B1EF7EEFEEB06989AA02C4_43</vt:lpwstr>
  </property>
  <property fmtid="{D5CDD505-2E9C-101B-9397-08002B2CF9AE}" pid="3" name="KSOProductBuildVer">
    <vt:lpwstr>1033-12.1.23155.23155</vt:lpwstr>
  </property>
</Properties>
</file>
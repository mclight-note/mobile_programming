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Mobile Programming</a:t>
            </a:r>
            <a:br>
              <a:rPr lang="en-US"/>
            </a:br>
            <a:r>
              <a:rPr lang="en-US"/>
              <a:t>2</a:t>
            </a:r>
            <a:r>
              <a:rPr lang="en-US"/>
              <a:t>-Assignment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723390"/>
          </a:xfrm>
        </p:spPr>
        <p:txBody>
          <a:bodyPr/>
          <a:p>
            <a:r>
              <a:rPr lang="en-US"/>
              <a:t>Computer Engineering Department</a:t>
            </a:r>
            <a:endParaRPr lang="en-US"/>
          </a:p>
          <a:p>
            <a:r>
              <a:rPr lang="en-US"/>
              <a:t>Shukirillaev Mukhammadsodik, 202438379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290195" y="551815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1-Task. Printing name</a:t>
            </a:r>
            <a:endParaRPr lang="en-US" sz="2400"/>
          </a:p>
        </p:txBody>
      </p:sp>
      <p:pic>
        <p:nvPicPr>
          <p:cNvPr id="2" name="Picture 1" descr="Screenshot 2026-03-11 at 1.31.42 PM"/>
          <p:cNvPicPr>
            <a:picLocks noChangeAspect="1"/>
          </p:cNvPicPr>
          <p:nvPr/>
        </p:nvPicPr>
        <p:blipFill>
          <a:blip r:embed="rId1"/>
          <a:srcRect r="13457" b="40824"/>
          <a:stretch>
            <a:fillRect/>
          </a:stretch>
        </p:blipFill>
        <p:spPr>
          <a:xfrm>
            <a:off x="963930" y="2258695"/>
            <a:ext cx="5504815" cy="3163570"/>
          </a:xfrm>
          <a:prstGeom prst="rect">
            <a:avLst/>
          </a:prstGeom>
        </p:spPr>
      </p:pic>
      <p:pic>
        <p:nvPicPr>
          <p:cNvPr id="3" name="Picture 2" descr="Screenshot 2026-03-11 at 1.31.42 PM"/>
          <p:cNvPicPr>
            <a:picLocks noChangeAspect="1"/>
          </p:cNvPicPr>
          <p:nvPr/>
        </p:nvPicPr>
        <p:blipFill>
          <a:blip r:embed="rId1"/>
          <a:srcRect l="1238" t="82397" r="61725" b="760"/>
          <a:stretch>
            <a:fillRect/>
          </a:stretch>
        </p:blipFill>
        <p:spPr>
          <a:xfrm>
            <a:off x="7139940" y="3203575"/>
            <a:ext cx="2355850" cy="9004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139940" y="2258695"/>
            <a:ext cx="17075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290195" y="273685"/>
            <a:ext cx="3260090" cy="485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/>
              <a:t>2-Task. Data Types</a:t>
            </a:r>
            <a:endParaRPr lang="en-US" sz="2400"/>
          </a:p>
        </p:txBody>
      </p:sp>
      <p:pic>
        <p:nvPicPr>
          <p:cNvPr id="3" name="Picture 2" descr="Screenshot 2026-03-11 at 1.42.17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625" y="836930"/>
            <a:ext cx="6102985" cy="57759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601075" y="273685"/>
            <a:ext cx="17075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6" name="Picture 5" descr="Screenshot 2026-03-11 at 1.42.56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900" y="2006600"/>
            <a:ext cx="3225800" cy="284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WPS Writer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宋体-简</vt:lpstr>
      <vt:lpstr>Office Theme</vt:lpstr>
      <vt:lpstr>Mobile Programming 1-Assignment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mclight</dc:creator>
  <cp:lastModifiedBy>Muhammadsodiq Shukurillayev</cp:lastModifiedBy>
  <cp:revision>5</cp:revision>
  <dcterms:created xsi:type="dcterms:W3CDTF">2026-03-11T04:44:54Z</dcterms:created>
  <dcterms:modified xsi:type="dcterms:W3CDTF">2026-03-11T04:44:54Z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E27A218E51B1EF7EEFEEB06989AA02C4_43</vt:lpwstr>
  </property>
  <property fmtid="{D5CDD505-2E9C-101B-9397-08002B2CF9AE}" pid="3" name="KSOProductBuildVer">
    <vt:lpwstr>1033-12.1.23155.23155</vt:lpwstr>
  </property>
</Properties>
</file>
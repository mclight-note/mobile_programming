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3-Assignment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90195" y="551815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1-Task. k = 20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139940" y="225869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4" name="Picture 3" descr="Screenshot 2026-03-18 at 1.26.0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95" y="1305560"/>
            <a:ext cx="6324600" cy="4406900"/>
          </a:xfrm>
          <a:prstGeom prst="rect">
            <a:avLst/>
          </a:prstGeom>
        </p:spPr>
      </p:pic>
      <p:pic>
        <p:nvPicPr>
          <p:cNvPr id="6" name="Picture 5" descr="Screenshot 2026-03-18 at 1.28.26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2832735"/>
            <a:ext cx="4317365" cy="2463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WPS Presentation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Mobile Programming 2-Assignment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mclight</cp:lastModifiedBy>
  <cp:revision>6</cp:revision>
  <dcterms:created xsi:type="dcterms:W3CDTF">2026-03-18T05:08:00Z</dcterms:created>
  <dcterms:modified xsi:type="dcterms:W3CDTF">2026-03-18T05:08:00Z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
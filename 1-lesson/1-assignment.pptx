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Mobile Programming</a:t>
            </a:r>
            <a:br>
              <a:rPr lang="en-US"/>
            </a:br>
            <a:r>
              <a:rPr lang="en-US"/>
              <a:t>1-Assignment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723390"/>
          </a:xfrm>
        </p:spPr>
        <p:txBody>
          <a:bodyPr/>
          <a:p>
            <a:r>
              <a:rPr lang="en-US"/>
              <a:t>Computer Engineering Department</a:t>
            </a:r>
            <a:endParaRPr lang="en-US"/>
          </a:p>
          <a:p>
            <a:r>
              <a:rPr lang="en-US"/>
              <a:t>Shukirillaev Mukhammadsodik, 202438379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Screenshot 2026-03-10 at 10.34.39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70" y="1407795"/>
            <a:ext cx="8291195" cy="52412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90195" y="551815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Installing &amp; Running first program</a:t>
            </a:r>
            <a:endParaRPr lang="en-US" sz="2400"/>
          </a:p>
        </p:txBody>
      </p:sp>
      <p:pic>
        <p:nvPicPr>
          <p:cNvPr id="8" name="Picture 7" descr="Screenshot 2026-03-10 at 10.35.48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10" y="3283585"/>
            <a:ext cx="5235575" cy="14903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WPS Sheets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Office Theme</vt:lpstr>
      <vt:lpstr>PowerPoint 演示文稿</vt:lpstr>
      <vt:lpstr>Mobile Programming 1-Assignment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mclight</cp:lastModifiedBy>
  <cp:revision>3</cp:revision>
  <dcterms:created xsi:type="dcterms:W3CDTF">2026-03-10T01:39:33Z</dcterms:created>
  <dcterms:modified xsi:type="dcterms:W3CDTF">2026-03-10T01:39:33Z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19A1EE795EC74513AE74AF69434E2175_41</vt:lpwstr>
  </property>
  <property fmtid="{D5CDD505-2E9C-101B-9397-08002B2CF9AE}" pid="3" name="KSOProductBuildVer">
    <vt:lpwstr>1033-12.1.23155.23155</vt:lpwstr>
  </property>
</Properties>
</file>
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9" r:id="rId5"/>
    <p:sldId id="265" r:id="rId6"/>
    <p:sldId id="268" r:id="rId7"/>
    <p:sldId id="266" r:id="rId8"/>
    <p:sldId id="271" r:id="rId9"/>
    <p:sldId id="272" r:id="rId10"/>
    <p:sldId id="273" r:id="rId11"/>
    <p:sldId id="267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7-Assignment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1.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4117975" y="508381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3" name="Picture 2" descr="Screenshot 2026-04-14 at 10.40.2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" y="556260"/>
            <a:ext cx="8597900" cy="4432300"/>
          </a:xfrm>
          <a:prstGeom prst="rect">
            <a:avLst/>
          </a:prstGeom>
        </p:spPr>
      </p:pic>
      <p:pic>
        <p:nvPicPr>
          <p:cNvPr id="4" name="Picture 3" descr="Screenshot 2026-04-14 at 10.40.31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125" y="5084445"/>
            <a:ext cx="2603500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2. Student</a:t>
            </a:r>
            <a:endParaRPr lang="en-US" sz="2400"/>
          </a:p>
          <a:p>
            <a:r>
              <a:rPr lang="en-US" sz="2400"/>
              <a:t>Management </a:t>
            </a:r>
            <a:endParaRPr lang="en-US" sz="2400"/>
          </a:p>
          <a:p>
            <a:r>
              <a:rPr lang="en-US" sz="2400"/>
              <a:t>System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4117975" y="508381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4-14 at 10.46.4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5395" y="126365"/>
            <a:ext cx="6645910" cy="6605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2.</a:t>
            </a:r>
            <a:endParaRPr lang="en-US" sz="2400"/>
          </a:p>
        </p:txBody>
      </p:sp>
      <p:pic>
        <p:nvPicPr>
          <p:cNvPr id="2" name="Picture 1" descr="Screenshot 2026-04-14 at 10.47.0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465" y="384810"/>
            <a:ext cx="9323705" cy="6256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2.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519670" y="1088390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6" name="Picture 5" descr="Screenshot 2026-04-14 at 10.47.40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315" y="1797685"/>
            <a:ext cx="4635500" cy="3746500"/>
          </a:xfrm>
          <a:prstGeom prst="rect">
            <a:avLst/>
          </a:prstGeom>
        </p:spPr>
      </p:pic>
      <p:pic>
        <p:nvPicPr>
          <p:cNvPr id="4" name="Picture 3" descr="Screenshot 2026-04-14 at 10.47.30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" y="654050"/>
            <a:ext cx="5868670" cy="5817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3. Bank system</a:t>
            </a:r>
            <a:endParaRPr lang="en-US" sz="2400"/>
          </a:p>
        </p:txBody>
      </p:sp>
      <p:pic>
        <p:nvPicPr>
          <p:cNvPr id="11" name="Picture 10" descr="Screenshot 2026-04-14 at 10.53.2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652145"/>
            <a:ext cx="8611870" cy="5975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3. Bank system</a:t>
            </a:r>
            <a:endParaRPr lang="en-US" sz="2400"/>
          </a:p>
        </p:txBody>
      </p:sp>
      <p:pic>
        <p:nvPicPr>
          <p:cNvPr id="2" name="Picture 1" descr="Screenshot 2026-04-14 at 10.53.4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" y="985520"/>
            <a:ext cx="11569700" cy="5164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3. Bank system</a:t>
            </a:r>
            <a:endParaRPr lang="en-US" sz="2400"/>
          </a:p>
        </p:txBody>
      </p:sp>
      <p:pic>
        <p:nvPicPr>
          <p:cNvPr id="2" name="Picture 1" descr="Screenshot 2026-04-14 at 10.53.5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060" y="352425"/>
            <a:ext cx="7098030" cy="6346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3. Bank system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174230" y="118745"/>
            <a:ext cx="1327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4-14 at 10.53.5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2007235"/>
            <a:ext cx="6884670" cy="2489200"/>
          </a:xfrm>
          <a:prstGeom prst="rect">
            <a:avLst/>
          </a:prstGeom>
        </p:spPr>
      </p:pic>
      <p:pic>
        <p:nvPicPr>
          <p:cNvPr id="3" name="Picture 2" descr="Screenshot 2026-04-14 at 10.54.06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230" y="579120"/>
            <a:ext cx="4755515" cy="5344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4. Library System</a:t>
            </a:r>
            <a:endParaRPr lang="en-US" sz="2400"/>
          </a:p>
        </p:txBody>
      </p:sp>
      <p:pic>
        <p:nvPicPr>
          <p:cNvPr id="2" name="Picture 1" descr="Screenshot 2026-04-14 at 10.58.2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45" y="848360"/>
            <a:ext cx="4319905" cy="5572125"/>
          </a:xfrm>
          <a:prstGeom prst="rect">
            <a:avLst/>
          </a:prstGeom>
        </p:spPr>
      </p:pic>
      <p:pic>
        <p:nvPicPr>
          <p:cNvPr id="6" name="Picture 5" descr="Screenshot 2026-04-14 at 10.58.4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70" y="1570990"/>
            <a:ext cx="6744970" cy="3716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4. Library System</a:t>
            </a:r>
            <a:endParaRPr lang="en-US" sz="2400"/>
          </a:p>
        </p:txBody>
      </p:sp>
      <p:pic>
        <p:nvPicPr>
          <p:cNvPr id="2" name="Picture 1" descr="Screenshot 2026-04-14 at 10.58.5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" y="1191895"/>
            <a:ext cx="5473700" cy="4644390"/>
          </a:xfrm>
          <a:prstGeom prst="rect">
            <a:avLst/>
          </a:prstGeom>
        </p:spPr>
      </p:pic>
      <p:pic>
        <p:nvPicPr>
          <p:cNvPr id="3" name="Picture 2" descr="Screenshot 2026-04-14 at 10.59.0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150" y="1508760"/>
            <a:ext cx="6443345" cy="4010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4. Library System</a:t>
            </a:r>
            <a:endParaRPr lang="en-US" sz="2400"/>
          </a:p>
        </p:txBody>
      </p:sp>
      <p:pic>
        <p:nvPicPr>
          <p:cNvPr id="4" name="Picture 3" descr="Screenshot 2026-04-14 at 10.59.0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740" y="737235"/>
            <a:ext cx="6596380" cy="5793740"/>
          </a:xfrm>
          <a:prstGeom prst="rect">
            <a:avLst/>
          </a:prstGeom>
        </p:spPr>
      </p:pic>
      <p:pic>
        <p:nvPicPr>
          <p:cNvPr id="5" name="Picture 4" descr="Screenshot 2026-04-14 at 10.59.26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55" y="2832735"/>
            <a:ext cx="6138545" cy="13792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0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 4. Library System</a:t>
            </a: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4176395" y="92075"/>
            <a:ext cx="1449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Outputs:</a:t>
            </a:r>
            <a:endParaRPr lang="en-US"/>
          </a:p>
        </p:txBody>
      </p:sp>
      <p:pic>
        <p:nvPicPr>
          <p:cNvPr id="3" name="Picture 2" descr="Screenshot 2026-04-14 at 10.59.3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628015"/>
            <a:ext cx="6072505" cy="5975985"/>
          </a:xfrm>
          <a:prstGeom prst="rect">
            <a:avLst/>
          </a:prstGeom>
        </p:spPr>
      </p:pic>
      <p:pic>
        <p:nvPicPr>
          <p:cNvPr id="4" name="Picture 3" descr="Screenshot 2026-04-14 at 10.59.45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3562350"/>
            <a:ext cx="6820535" cy="1727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WPS Presentation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Mobile Programming 5-Assignment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Muhammadsodiq Shukurillayev</cp:lastModifiedBy>
  <cp:revision>14</cp:revision>
  <dcterms:created xsi:type="dcterms:W3CDTF">2026-04-14T02:04:20Z</dcterms:created>
  <dcterms:modified xsi:type="dcterms:W3CDTF">2026-04-14T02:04:20Z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
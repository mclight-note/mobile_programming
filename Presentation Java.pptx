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20"/>
  </p:handoutMasterIdLst>
  <p:sldIdLst>
    <p:sldId id="256" r:id="rId3"/>
    <p:sldId id="258" r:id="rId5"/>
    <p:sldId id="286" r:id="rId6"/>
    <p:sldId id="299" r:id="rId7"/>
    <p:sldId id="288" r:id="rId8"/>
    <p:sldId id="300" r:id="rId9"/>
    <p:sldId id="297" r:id="rId10"/>
    <p:sldId id="302" r:id="rId11"/>
    <p:sldId id="303" r:id="rId12"/>
    <p:sldId id="298" r:id="rId13"/>
    <p:sldId id="301" r:id="rId14"/>
    <p:sldId id="287" r:id="rId15"/>
    <p:sldId id="304" r:id="rId16"/>
    <p:sldId id="305" r:id="rId17"/>
    <p:sldId id="306" r:id="rId18"/>
    <p:sldId id="274"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FFF"/>
    <a:srgbClr val="EBFAF5"/>
    <a:srgbClr val="F4C176"/>
    <a:srgbClr val="EAF089"/>
    <a:srgbClr val="C3ED9A"/>
    <a:srgbClr val="ADEBAB"/>
    <a:srgbClr val="BAEBCF"/>
    <a:srgbClr val="C8EBE7"/>
    <a:srgbClr val="E0F7F0"/>
    <a:srgbClr val="AEAE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89" d="100"/>
          <a:sy n="89" d="100"/>
        </p:scale>
        <p:origin x="485" y="48"/>
      </p:cViewPr>
      <p:guideLst>
        <p:guide orient="horz" pos="2154"/>
        <p:guide pos="3839"/>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panose="020B0503020204020204" pitchFamily="34" charset="-122"/>
              <a:ea typeface="Microsoft YaHe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Arial" panose="020B0604020202090204" pitchFamily="34" charset="0"/>
                <a:ea typeface="Arial" panose="020B0604020202090204" pitchFamily="34" charset="0"/>
              </a:rPr>
            </a:fld>
            <a:endParaRPr lang="zh-CN" altLang="en-US">
              <a:latin typeface="Arial" panose="020B0604020202090204" pitchFamily="34" charset="0"/>
              <a:ea typeface="Arial" panose="020B0604020202090204" pitchFamily="3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panose="020B0503020204020204" pitchFamily="34" charset="-122"/>
              <a:ea typeface="Microsoft YaHe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Arial" panose="020B0604020202090204" pitchFamily="34" charset="0"/>
                <a:ea typeface="Arial" panose="020B0604020202090204" pitchFamily="34" charset="0"/>
              </a:rPr>
            </a:fld>
            <a:endParaRPr lang="zh-CN" altLang="en-US">
              <a:latin typeface="Arial" panose="020B0604020202090204" pitchFamily="34" charset="0"/>
              <a:ea typeface="Arial" panose="020B060402020209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90204" pitchFamily="34" charset="0"/>
                <a:ea typeface="Arial" panose="020B060402020209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90204" pitchFamily="34" charset="0"/>
                <a:ea typeface="Arial" panose="020B0604020202090204" pitchFamily="34" charset="0"/>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90204" pitchFamily="34" charset="0"/>
                <a:ea typeface="Arial" panose="020B060402020209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90204" pitchFamily="34" charset="0"/>
                <a:ea typeface="Arial" panose="020B0604020202090204" pitchFamily="34" charset="0"/>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Arial" panose="020B0604020202090204" pitchFamily="34" charset="0"/>
        <a:ea typeface="Arial" panose="020B0604020202090204" pitchFamily="34" charset="0"/>
        <a:cs typeface="+mn-cs"/>
      </a:defRPr>
    </a:lvl1pPr>
    <a:lvl2pPr marL="4572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2pPr>
    <a:lvl3pPr marL="9144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3pPr>
    <a:lvl4pPr marL="13716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4pPr>
    <a:lvl5pPr marL="1828800" algn="l" defTabSz="914400" rtl="0" eaLnBrk="1" latinLnBrk="0" hangingPunct="1">
      <a:defRPr sz="1200" kern="1200">
        <a:solidFill>
          <a:schemeClr val="tx1"/>
        </a:solidFill>
        <a:latin typeface="Arial" panose="020B0604020202090204" pitchFamily="34" charset="0"/>
        <a:ea typeface="Arial" panose="020B060402020209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Java Virtual Machine</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421D011-EC35-498F-ADE3-3197FF1A64D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3.png"/><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image" Target="../media/image2.png"/><Relationship Id="rId4" Type="http://schemas.openxmlformats.org/officeDocument/2006/relationships/tags" Target="../tags/tag15.xml"/><Relationship Id="rId3" Type="http://schemas.openxmlformats.org/officeDocument/2006/relationships/image" Target="../media/image1.png"/><Relationship Id="rId2" Type="http://schemas.openxmlformats.org/officeDocument/2006/relationships/tags" Target="../tags/tag14.xml"/><Relationship Id="rId10" Type="http://schemas.openxmlformats.org/officeDocument/2006/relationships/tags" Target="../tags/tag2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image" Target="../media/image3.png"/><Relationship Id="rId2" Type="http://schemas.openxmlformats.org/officeDocument/2006/relationships/tags" Target="../tags/tag2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image" Target="../media/image3.png"/><Relationship Id="rId2" Type="http://schemas.openxmlformats.org/officeDocument/2006/relationships/tags" Target="../tags/tag28.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image" Target="../media/image2.png"/><Relationship Id="rId4" Type="http://schemas.openxmlformats.org/officeDocument/2006/relationships/tags" Target="../tags/tag38.xml"/><Relationship Id="rId3" Type="http://schemas.openxmlformats.org/officeDocument/2006/relationships/image" Target="../media/image1.png"/><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image" Target="../media/image3.png"/><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image" Target="../media/image3.png"/><Relationship Id="rId5" Type="http://schemas.openxmlformats.org/officeDocument/2006/relationships/tags" Target="../tags/tag55.xml"/><Relationship Id="rId4" Type="http://schemas.openxmlformats.org/officeDocument/2006/relationships/image" Target="../media/image4.png"/><Relationship Id="rId3" Type="http://schemas.openxmlformats.org/officeDocument/2006/relationships/tags" Target="../tags/tag54.xml"/><Relationship Id="rId2" Type="http://schemas.openxmlformats.org/officeDocument/2006/relationships/tags" Target="../tags/tag53.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image" Target="../media/image3.png"/><Relationship Id="rId5" Type="http://schemas.openxmlformats.org/officeDocument/2006/relationships/tags" Target="../tags/tag63.xml"/><Relationship Id="rId4" Type="http://schemas.openxmlformats.org/officeDocument/2006/relationships/image" Target="../media/image4.png"/><Relationship Id="rId3" Type="http://schemas.openxmlformats.org/officeDocument/2006/relationships/tags" Target="../tags/tag62.xml"/><Relationship Id="rId2" Type="http://schemas.openxmlformats.org/officeDocument/2006/relationships/tags" Target="../tags/tag61.xml"/><Relationship Id="rId10" Type="http://schemas.openxmlformats.org/officeDocument/2006/relationships/tags" Target="../tags/tag6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image" Target="../media/image2.png"/><Relationship Id="rId4" Type="http://schemas.openxmlformats.org/officeDocument/2006/relationships/tags" Target="../tags/tag69.xml"/><Relationship Id="rId3" Type="http://schemas.openxmlformats.org/officeDocument/2006/relationships/image" Target="../media/image1.png"/><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image" Target="../media/image5.png"/><Relationship Id="rId5" Type="http://schemas.openxmlformats.org/officeDocument/2006/relationships/tags" Target="../tags/tag76.xml"/><Relationship Id="rId4" Type="http://schemas.openxmlformats.org/officeDocument/2006/relationships/image" Target="../media/image3.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tags" Target="../tags/tag83.xml"/><Relationship Id="rId6" Type="http://schemas.openxmlformats.org/officeDocument/2006/relationships/image" Target="../media/image3.png"/><Relationship Id="rId5" Type="http://schemas.openxmlformats.org/officeDocument/2006/relationships/tags" Target="../tags/tag82.xml"/><Relationship Id="rId4" Type="http://schemas.openxmlformats.org/officeDocument/2006/relationships/image" Target="../media/image5.png"/><Relationship Id="rId3" Type="http://schemas.openxmlformats.org/officeDocument/2006/relationships/tags" Target="../tags/tag81.xml"/><Relationship Id="rId2" Type="http://schemas.openxmlformats.org/officeDocument/2006/relationships/tags" Target="../tags/tag80.xml"/><Relationship Id="rId12" Type="http://schemas.openxmlformats.org/officeDocument/2006/relationships/tags" Target="../tags/tag88.xml"/><Relationship Id="rId11" Type="http://schemas.openxmlformats.org/officeDocument/2006/relationships/tags" Target="../tags/tag87.xml"/><Relationship Id="rId10" Type="http://schemas.openxmlformats.org/officeDocument/2006/relationships/tags" Target="../tags/tag8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image" Target="../media/image5.png"/><Relationship Id="rId6" Type="http://schemas.openxmlformats.org/officeDocument/2006/relationships/tags" Target="../tags/tag92.xml"/><Relationship Id="rId5" Type="http://schemas.openxmlformats.org/officeDocument/2006/relationships/image" Target="../media/image3.png"/><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image" Target="../media/image5.png"/><Relationship Id="rId6" Type="http://schemas.openxmlformats.org/officeDocument/2006/relationships/tags" Target="../tags/tag102.xml"/><Relationship Id="rId5" Type="http://schemas.openxmlformats.org/officeDocument/2006/relationships/image" Target="../media/image3.png"/><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tags" Target="../tags/tag113.xml"/><Relationship Id="rId7" Type="http://schemas.openxmlformats.org/officeDocument/2006/relationships/image" Target="../media/image5.png"/><Relationship Id="rId6" Type="http://schemas.openxmlformats.org/officeDocument/2006/relationships/tags" Target="../tags/tag112.xml"/><Relationship Id="rId5" Type="http://schemas.openxmlformats.org/officeDocument/2006/relationships/image" Target="../media/image3.png"/><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image" Target="../media/image5.png"/><Relationship Id="rId5" Type="http://schemas.openxmlformats.org/officeDocument/2006/relationships/tags" Target="../tags/tag121.xml"/><Relationship Id="rId4" Type="http://schemas.openxmlformats.org/officeDocument/2006/relationships/image" Target="../media/image3.png"/><Relationship Id="rId3" Type="http://schemas.openxmlformats.org/officeDocument/2006/relationships/tags" Target="../tags/tag120.xml"/><Relationship Id="rId2" Type="http://schemas.openxmlformats.org/officeDocument/2006/relationships/tags" Target="../tags/tag119.xml"/><Relationship Id="rId15" Type="http://schemas.openxmlformats.org/officeDocument/2006/relationships/tags" Target="../tags/tag130.xml"/><Relationship Id="rId14" Type="http://schemas.openxmlformats.org/officeDocument/2006/relationships/tags" Target="../tags/tag129.xml"/><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image" Target="../media/image4.png"/><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alpha val="50000"/>
          </a:schemeClr>
        </a:solidFill>
        <a:effectLst/>
      </p:bgPr>
    </p:bg>
    <p:spTree>
      <p:nvGrpSpPr>
        <p:cNvPr id="1" name=""/>
        <p:cNvGrpSpPr/>
        <p:nvPr/>
      </p:nvGrpSpPr>
      <p:grpSpPr>
        <a:xfrm>
          <a:off x="0" y="0"/>
          <a:ext cx="0" cy="0"/>
          <a:chOff x="0" y="0"/>
          <a:chExt cx="0" cy="0"/>
        </a:xfrm>
      </p:grpSpPr>
      <p:pic>
        <p:nvPicPr>
          <p:cNvPr id="9" name="图片 8"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10" name="图片 9"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ctrTitle" hasCustomPrompt="1"/>
            <p:custDataLst>
              <p:tags r:id="rId6"/>
            </p:custDataLst>
          </p:nvPr>
        </p:nvSpPr>
        <p:spPr>
          <a:xfrm>
            <a:off x="1955800" y="2429695"/>
            <a:ext cx="8410619" cy="1219229"/>
          </a:xfrm>
        </p:spPr>
        <p:txBody>
          <a:bodyPr lIns="90000" tIns="46800" rIns="90000" bIns="46800" anchor="b" anchorCtr="0">
            <a:normAutofit/>
          </a:bodyPr>
          <a:lstStyle>
            <a:lvl1pPr algn="ctr">
              <a:defRPr sz="7200" spc="600" baseline="0">
                <a:ea typeface="Arial" panose="020B060402020209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7"/>
            </p:custDataLst>
          </p:nvPr>
        </p:nvSpPr>
        <p:spPr>
          <a:xfrm>
            <a:off x="1955800" y="3714935"/>
            <a:ext cx="8410619" cy="658883"/>
          </a:xfrm>
        </p:spPr>
        <p:txBody>
          <a:bodyPr lIns="90000" tIns="4680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2"/>
        </a:solidFill>
        <a:effectLst/>
      </p:bgPr>
    </p:bg>
    <p:spTree>
      <p:nvGrpSpPr>
        <p:cNvPr id="1" name=""/>
        <p:cNvGrpSpPr/>
        <p:nvPr/>
      </p:nvGrpSpPr>
      <p:grpSpPr>
        <a:xfrm>
          <a:off x="0" y="0"/>
          <a:ext cx="0" cy="0"/>
          <a:chOff x="0" y="0"/>
          <a:chExt cx="0" cy="0"/>
        </a:xfrm>
      </p:grpSpPr>
      <p:pic>
        <p:nvPicPr>
          <p:cNvPr id="7" name="图片 6"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5"/>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title">
    <p:bg>
      <p:bgPr>
        <a:solidFill>
          <a:schemeClr val="tx2">
            <a:alpha val="50000"/>
          </a:schemeClr>
        </a:solidFill>
        <a:effectLst/>
      </p:bgPr>
    </p:bg>
    <p:spTree>
      <p:nvGrpSpPr>
        <p:cNvPr id="1" name=""/>
        <p:cNvGrpSpPr/>
        <p:nvPr/>
      </p:nvGrpSpPr>
      <p:grpSpPr>
        <a:xfrm>
          <a:off x="0" y="0"/>
          <a:ext cx="0" cy="0"/>
          <a:chOff x="0" y="0"/>
          <a:chExt cx="0" cy="0"/>
        </a:xfrm>
      </p:grpSpPr>
      <p:pic>
        <p:nvPicPr>
          <p:cNvPr id="7" name="图片 6"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8" name="图片 7"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4" name="日期占位符 3"/>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a:lstStyle/>
          <a:p>
            <a:endParaRPr lang="zh-CN" altLang="en-US"/>
          </a:p>
        </p:txBody>
      </p:sp>
      <p:sp>
        <p:nvSpPr>
          <p:cNvPr id="6" name="灯片编号占位符 5"/>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9"/>
            </p:custDataLst>
          </p:nvPr>
        </p:nvSpPr>
        <p:spPr>
          <a:xfrm>
            <a:off x="4508500" y="2734310"/>
            <a:ext cx="5298440" cy="759460"/>
          </a:xfrm>
        </p:spPr>
        <p:txBody>
          <a:bodyPr lIns="90000" tIns="46800" rIns="90000" bIns="0" anchor="b" anchorCtr="0">
            <a:normAutofit/>
          </a:bodyPr>
          <a:lstStyle>
            <a:lvl1pPr>
              <a:defRPr sz="4400" u="none" strike="noStrike" kern="1200" cap="none" spc="300" normalizeH="0" baseline="0">
                <a:solidFill>
                  <a:schemeClr val="tx1"/>
                </a:solidFill>
                <a:uFillTx/>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0"/>
            </p:custDataLst>
          </p:nvPr>
        </p:nvSpPr>
        <p:spPr>
          <a:xfrm>
            <a:off x="4508500" y="3554095"/>
            <a:ext cx="5298440" cy="1343025"/>
          </a:xfrm>
        </p:spPr>
        <p:txBody>
          <a:bodyPr lIns="90000" tIns="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65000"/>
                    <a:lumOff val="35000"/>
                  </a:schemeClr>
                </a:solidFill>
                <a:uFillTx/>
                <a:latin typeface="Arial" panose="020B0604020202090204" pitchFamily="34" charset="0"/>
                <a:ea typeface="Arial" panose="020B0604020202090204" pitchFamily="34" charset="0"/>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column content">
    <p:bg>
      <p:bgPr>
        <a:solidFill>
          <a:schemeClr val="tx2"/>
        </a:solidFill>
        <a:effectLst/>
      </p:bgPr>
    </p:bg>
    <p:spTree>
      <p:nvGrpSpPr>
        <p:cNvPr id="1" name=""/>
        <p:cNvGrpSpPr/>
        <p:nvPr/>
      </p:nvGrpSpPr>
      <p:grpSpPr>
        <a:xfrm>
          <a:off x="0" y="0"/>
          <a:ext cx="0" cy="0"/>
          <a:chOff x="0" y="0"/>
          <a:chExt cx="0" cy="0"/>
        </a:xfrm>
      </p:grpSpPr>
      <p:pic>
        <p:nvPicPr>
          <p:cNvPr id="8" name="图片 7"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5"/>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6"/>
            </p:custDataLst>
          </p:nvPr>
        </p:nvSpPr>
        <p:spPr>
          <a:xfrm>
            <a:off x="6238877" y="952508"/>
            <a:ext cx="5283242" cy="5388907"/>
          </a:xfrm>
        </p:spPr>
        <p:txBody>
          <a:bodyPr>
            <a:noAutofit/>
          </a:bodyPr>
          <a:lstStyle>
            <a:lvl1pPr>
              <a:defRPr sz="1600">
                <a:latin typeface="Arial" panose="020B0604020202090204" pitchFamily="34" charset="0"/>
                <a:ea typeface="Arial" panose="020B0604020202090204" pitchFamily="34" charset="0"/>
              </a:defRPr>
            </a:lvl1pPr>
            <a:lvl2pPr>
              <a:defRPr sz="1600">
                <a:latin typeface="Arial" panose="020B0604020202090204" pitchFamily="34" charset="0"/>
                <a:ea typeface="Arial" panose="020B0604020202090204" pitchFamily="34" charset="0"/>
              </a:defRPr>
            </a:lvl2pPr>
            <a:lvl3pPr>
              <a:defRPr sz="1600">
                <a:latin typeface="Arial" panose="020B0604020202090204" pitchFamily="34" charset="0"/>
                <a:ea typeface="Arial" panose="020B0604020202090204" pitchFamily="34" charset="0"/>
              </a:defRPr>
            </a:lvl3pPr>
            <a:lvl4pPr>
              <a:defRPr sz="1600">
                <a:latin typeface="Arial" panose="020B0604020202090204" pitchFamily="34" charset="0"/>
                <a:ea typeface="Arial" panose="020B0604020202090204" pitchFamily="34" charset="0"/>
              </a:defRPr>
            </a:lvl4pPr>
            <a:lvl5pPr>
              <a:defRPr sz="160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lstStyle/>
          <a:p>
            <a:endParaRPr lang="zh-CN" altLang="en-US"/>
          </a:p>
        </p:txBody>
      </p:sp>
      <p:sp>
        <p:nvSpPr>
          <p:cNvPr id="7" name="灯片编号占位符 6"/>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tx2"/>
        </a:solidFill>
        <a:effectLst/>
      </p:bgPr>
    </p:bg>
    <p:spTree>
      <p:nvGrpSpPr>
        <p:cNvPr id="1" name=""/>
        <p:cNvGrpSpPr/>
        <p:nvPr/>
      </p:nvGrpSpPr>
      <p:grpSpPr>
        <a:xfrm>
          <a:off x="0" y="0"/>
          <a:ext cx="0" cy="0"/>
          <a:chOff x="0" y="0"/>
          <a:chExt cx="0" cy="0"/>
        </a:xfrm>
      </p:grpSpPr>
      <p:pic>
        <p:nvPicPr>
          <p:cNvPr id="10" name="图片 9"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90204" pitchFamily="34" charset="0"/>
                <a:ea typeface="Arial" panose="020B060402020209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6"/>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8"/>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0"/>
            </p:custDataLst>
          </p:nvPr>
        </p:nvSpPr>
        <p:spPr/>
        <p:txBody>
          <a:bodyPr/>
          <a:lstStyle/>
          <a:p>
            <a:endParaRPr lang="zh-CN" altLang="en-US"/>
          </a:p>
        </p:txBody>
      </p:sp>
      <p:sp>
        <p:nvSpPr>
          <p:cNvPr id="9" name="灯片编号占位符 8"/>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tx2">
            <a:alpha val="50000"/>
          </a:schemeClr>
        </a:solidFill>
        <a:effectLst/>
      </p:bgPr>
    </p:bg>
    <p:spTree>
      <p:nvGrpSpPr>
        <p:cNvPr id="1" name=""/>
        <p:cNvGrpSpPr/>
        <p:nvPr/>
      </p:nvGrpSpPr>
      <p:grpSpPr>
        <a:xfrm>
          <a:off x="0" y="0"/>
          <a:ext cx="0" cy="0"/>
          <a:chOff x="0" y="0"/>
          <a:chExt cx="0" cy="0"/>
        </a:xfrm>
      </p:grpSpPr>
      <p:pic>
        <p:nvPicPr>
          <p:cNvPr id="20" name="图片 19"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21" name="图片 20"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title"/>
            <p:custDataLst>
              <p:tags r:id="rId6"/>
            </p:custDataLst>
          </p:nvPr>
        </p:nvSpPr>
        <p:spPr>
          <a:xfrm>
            <a:off x="669882" y="824230"/>
            <a:ext cx="10852237" cy="441964"/>
          </a:xfrm>
        </p:spPr>
        <p:txBody>
          <a:bodyPr vert="horz" lIns="101600" tIns="38100" rIns="76200" bIns="38100" rtlCol="0" anchor="t" anchorCtr="0">
            <a:noAutofit/>
          </a:bodyPr>
          <a:lstStyle>
            <a:lvl1pPr marL="0" marR="0" lvl="0" algn="ctr"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alpha val="50000"/>
          </a:schemeClr>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title">
    <p:bg>
      <p:bgPr>
        <a:solidFill>
          <a:schemeClr val="tx2"/>
        </a:solidFill>
        <a:effectLst/>
      </p:bgPr>
    </p:bg>
    <p:spTree>
      <p:nvGrpSpPr>
        <p:cNvPr id="1" name=""/>
        <p:cNvGrpSpPr/>
        <p:nvPr/>
      </p:nvGrpSpPr>
      <p:grpSpPr>
        <a:xfrm>
          <a:off x="0" y="0"/>
          <a:ext cx="0" cy="0"/>
          <a:chOff x="0" y="0"/>
          <a:chExt cx="0" cy="0"/>
        </a:xfrm>
      </p:grpSpPr>
      <p:pic>
        <p:nvPicPr>
          <p:cNvPr id="8" name="图片 7" descr="图片1"/>
          <p:cNvPicPr>
            <a:picLocks noChangeAspect="1"/>
          </p:cNvPicPr>
          <p:nvPr userDrawn="1">
            <p:custDataLst>
              <p:tags r:id="rId2"/>
            </p:custDataLst>
          </p:nvPr>
        </p:nvPicPr>
        <p:blipFill>
          <a:blip r:embed="rId3"/>
          <a:srcRect/>
          <a:stretch>
            <a:fillRect/>
          </a:stretch>
        </p:blipFill>
        <p:spPr>
          <a:xfrm>
            <a:off x="40640" y="5163820"/>
            <a:ext cx="12151360" cy="168402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5"/>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Microsoft YaHei" panose="020B0503020204020204" pitchFamily="34" charset="-122"/>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Arial" panose="020B0604020202090204" pitchFamily="34" charset="0"/>
                <a:ea typeface="Arial" panose="020B0604020202090204" pitchFamily="34" charset="0"/>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7"/>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8"/>
            </p:custDataLst>
          </p:nvPr>
        </p:nvSpPr>
        <p:spPr/>
        <p:txBody>
          <a:body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tx2"/>
        </a:solidFill>
        <a:effectLst/>
      </p:bgPr>
    </p:bg>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3810" y="-6350"/>
            <a:ext cx="12188190" cy="6853555"/>
            <a:chOff x="6" y="-10"/>
            <a:chExt cx="19194" cy="10793"/>
          </a:xfrm>
        </p:grpSpPr>
        <p:pic>
          <p:nvPicPr>
            <p:cNvPr id="12" name="图片 11" descr="C:\Users\kingsoft\Desktop\黄色.png黄色"/>
            <p:cNvPicPr>
              <a:picLocks noChangeAspect="1"/>
            </p:cNvPicPr>
            <p:nvPr userDrawn="1">
              <p:custDataLst>
                <p:tags r:id="rId3"/>
              </p:custDataLst>
            </p:nvPr>
          </p:nvPicPr>
          <p:blipFill>
            <a:blip r:embed="rId4"/>
            <a:srcRect/>
            <a:stretch>
              <a:fillRect/>
            </a:stretch>
          </p:blipFill>
          <p:spPr>
            <a:xfrm>
              <a:off x="6" y="-10"/>
              <a:ext cx="6026" cy="1473"/>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64" y="8393"/>
              <a:ext cx="19136" cy="2391"/>
            </a:xfrm>
            <a:prstGeom prst="rect">
              <a:avLst/>
            </a:prstGeom>
          </p:spPr>
        </p:pic>
      </p:grpSp>
      <p:sp>
        <p:nvSpPr>
          <p:cNvPr id="2" name="竖排标题 1"/>
          <p:cNvSpPr>
            <a:spLocks noGrp="1"/>
          </p:cNvSpPr>
          <p:nvPr>
            <p:ph type="title" orient="vert"/>
            <p:custDataLst>
              <p:tags r:id="rId7"/>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a:lstStyle>
            <a:lvl1pPr indent="0" eaLnBrk="1" fontAlgn="auto" latinLnBrk="0" hangingPunct="1">
              <a:defRPr>
                <a:latin typeface="Arial" panose="020B0604020202090204" pitchFamily="34" charset="0"/>
                <a:ea typeface="Arial" panose="020B0604020202090204" pitchFamily="34" charset="0"/>
              </a:defRPr>
            </a:lvl1pPr>
            <a:lvl2pPr indent="0" eaLnBrk="1" fontAlgn="auto" latinLnBrk="0" hangingPunct="1">
              <a:defRPr>
                <a:latin typeface="Arial" panose="020B0604020202090204" pitchFamily="34" charset="0"/>
                <a:ea typeface="Arial" panose="020B0604020202090204" pitchFamily="34" charset="0"/>
              </a:defRPr>
            </a:lvl2pPr>
            <a:lvl3pPr indent="0" eaLnBrk="1" fontAlgn="auto" latinLnBrk="0" hangingPunct="1">
              <a:defRPr>
                <a:latin typeface="Arial" panose="020B0604020202090204" pitchFamily="34" charset="0"/>
                <a:ea typeface="Arial" panose="020B0604020202090204" pitchFamily="34" charset="0"/>
              </a:defRPr>
            </a:lvl3pPr>
            <a:lvl4pPr indent="0" eaLnBrk="1" fontAlgn="auto" latinLnBrk="0" hangingPunct="1">
              <a:defRPr>
                <a:latin typeface="Arial" panose="020B0604020202090204" pitchFamily="34" charset="0"/>
                <a:ea typeface="Arial" panose="020B0604020202090204" pitchFamily="34" charset="0"/>
              </a:defRPr>
            </a:lvl4pPr>
            <a:lvl5pPr indent="0" eaLnBrk="1" fontAlgn="auto" latinLnBrk="0" hangingPunct="1">
              <a:defRPr>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p>
            <a:endParaRPr lang="zh-CN" altLang="en-US"/>
          </a:p>
        </p:txBody>
      </p:sp>
      <p:sp>
        <p:nvSpPr>
          <p:cNvPr id="6" name="灯片编号占位符 5"/>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tx2"/>
        </a:solidFill>
        <a:effectLst/>
      </p:bgPr>
    </p:bg>
    <p:spTree>
      <p:nvGrpSpPr>
        <p:cNvPr id="1" name=""/>
        <p:cNvGrpSpPr/>
        <p:nvPr/>
      </p:nvGrpSpPr>
      <p:grpSpPr>
        <a:xfrm>
          <a:off x="0" y="0"/>
          <a:ext cx="0" cy="0"/>
          <a:chOff x="0" y="0"/>
          <a:chExt cx="0" cy="0"/>
        </a:xfrm>
      </p:grpSpPr>
      <p:grpSp>
        <p:nvGrpSpPr>
          <p:cNvPr id="2" name="组合 1"/>
          <p:cNvGrpSpPr/>
          <p:nvPr userDrawn="1">
            <p:custDataLst>
              <p:tags r:id="rId2"/>
            </p:custDataLst>
          </p:nvPr>
        </p:nvGrpSpPr>
        <p:grpSpPr>
          <a:xfrm>
            <a:off x="3810" y="-6350"/>
            <a:ext cx="12188190" cy="6853555"/>
            <a:chOff x="6" y="-10"/>
            <a:chExt cx="19194" cy="10793"/>
          </a:xfrm>
        </p:grpSpPr>
        <p:pic>
          <p:nvPicPr>
            <p:cNvPr id="12" name="图片 11" descr="C:\Users\kingsoft\Desktop\黄色.png黄色"/>
            <p:cNvPicPr>
              <a:picLocks noChangeAspect="1"/>
            </p:cNvPicPr>
            <p:nvPr userDrawn="1">
              <p:custDataLst>
                <p:tags r:id="rId3"/>
              </p:custDataLst>
            </p:nvPr>
          </p:nvPicPr>
          <p:blipFill>
            <a:blip r:embed="rId4"/>
            <a:srcRect/>
            <a:stretch>
              <a:fillRect/>
            </a:stretch>
          </p:blipFill>
          <p:spPr>
            <a:xfrm>
              <a:off x="6" y="-10"/>
              <a:ext cx="6026" cy="1473"/>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64" y="8393"/>
              <a:ext cx="19136" cy="2391"/>
            </a:xfrm>
            <a:prstGeom prst="rect">
              <a:avLst/>
            </a:prstGeom>
          </p:spPr>
        </p:pic>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bg>
      <p:bgPr>
        <a:solidFill>
          <a:schemeClr val="tx2"/>
        </a:solidFill>
        <a:effectLst/>
      </p:bgPr>
    </p:bg>
    <p:spTree>
      <p:nvGrpSpPr>
        <p:cNvPr id="1" name=""/>
        <p:cNvGrpSpPr/>
        <p:nvPr/>
      </p:nvGrpSpPr>
      <p:grpSpPr>
        <a:xfrm>
          <a:off x="0" y="0"/>
          <a:ext cx="0" cy="0"/>
          <a:chOff x="0" y="0"/>
          <a:chExt cx="0" cy="0"/>
        </a:xfrm>
      </p:grpSpPr>
      <p:pic>
        <p:nvPicPr>
          <p:cNvPr id="6" name="图片 5" descr="C:\Users\kingsoft\Desktop\223副本.png223副本"/>
          <p:cNvPicPr>
            <a:picLocks noChangeAspect="1"/>
          </p:cNvPicPr>
          <p:nvPr userDrawn="1">
            <p:custDataLst>
              <p:tags r:id="rId2"/>
            </p:custDataLst>
          </p:nvPr>
        </p:nvPicPr>
        <p:blipFill>
          <a:blip r:embed="rId3"/>
          <a:srcRect/>
          <a:stretch>
            <a:fillRect/>
          </a:stretch>
        </p:blipFill>
        <p:spPr>
          <a:xfrm>
            <a:off x="-1" y="635"/>
            <a:ext cx="12192001" cy="3019425"/>
          </a:xfrm>
          <a:prstGeom prst="rect">
            <a:avLst/>
          </a:prstGeom>
        </p:spPr>
      </p:pic>
      <p:pic>
        <p:nvPicPr>
          <p:cNvPr id="7" name="图片 6" descr="图片1"/>
          <p:cNvPicPr>
            <a:picLocks noChangeAspect="1"/>
          </p:cNvPicPr>
          <p:nvPr userDrawn="1">
            <p:custDataLst>
              <p:tags r:id="rId4"/>
            </p:custDataLst>
          </p:nvPr>
        </p:nvPicPr>
        <p:blipFill>
          <a:blip r:embed="rId5"/>
          <a:srcRect/>
          <a:stretch>
            <a:fillRect/>
          </a:stretch>
        </p:blipFill>
        <p:spPr>
          <a:xfrm>
            <a:off x="-1" y="3020060"/>
            <a:ext cx="12192002" cy="3839210"/>
          </a:xfrm>
          <a:prstGeom prst="rect">
            <a:avLst/>
          </a:prstGeom>
        </p:spPr>
      </p:pic>
      <p:sp>
        <p:nvSpPr>
          <p:cNvPr id="2" name="标题 1"/>
          <p:cNvSpPr>
            <a:spLocks noGrp="1"/>
          </p:cNvSpPr>
          <p:nvPr>
            <p:ph type="title" hasCustomPrompt="1"/>
            <p:custDataLst>
              <p:tags r:id="rId6"/>
            </p:custDataLst>
          </p:nvPr>
        </p:nvSpPr>
        <p:spPr>
          <a:xfrm>
            <a:off x="1820545" y="2498090"/>
            <a:ext cx="8550275" cy="1670050"/>
          </a:xfrm>
        </p:spPr>
        <p:txBody>
          <a:bodyPr vert="horz" lIns="90000" tIns="46800" rIns="90000" bIns="4680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solidFill>
                <a:uFillTx/>
                <a:latin typeface="Arial" panose="020B0604020202090204" pitchFamily="34" charset="0"/>
                <a:ea typeface="Arial" panose="020B0604020202090204" pitchFamily="34" charset="0"/>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eneral">
    <p:bg>
      <p:bgPr>
        <a:solidFill>
          <a:schemeClr val="tx2"/>
        </a:solidFill>
        <a:effectLst/>
      </p:bgPr>
    </p:bg>
    <p:spTree>
      <p:nvGrpSpPr>
        <p:cNvPr id="1" name=""/>
        <p:cNvGrpSpPr/>
        <p:nvPr/>
      </p:nvGrpSpPr>
      <p:grpSpPr>
        <a:xfrm>
          <a:off x="0" y="0"/>
          <a:ext cx="0" cy="0"/>
          <a:chOff x="0" y="0"/>
          <a:chExt cx="0" cy="0"/>
        </a:xfrm>
      </p:grpSpPr>
      <p:grpSp>
        <p:nvGrpSpPr>
          <p:cNvPr id="6" name="组合 5"/>
          <p:cNvGrpSpPr/>
          <p:nvPr userDrawn="1">
            <p:custDataLst>
              <p:tags r:id="rId2"/>
            </p:custDataLst>
          </p:nvPr>
        </p:nvGrpSpPr>
        <p:grpSpPr>
          <a:xfrm>
            <a:off x="-21590" y="-8255"/>
            <a:ext cx="12024210" cy="6866255"/>
            <a:chOff x="-21590" y="-8255"/>
            <a:chExt cx="12024210" cy="6866255"/>
          </a:xfrm>
        </p:grpSpPr>
        <p:pic>
          <p:nvPicPr>
            <p:cNvPr id="7" name="图片 6" descr="图片1"/>
            <p:cNvPicPr>
              <a:picLocks noChangeAspect="1"/>
            </p:cNvPicPr>
            <p:nvPr userDrawn="1">
              <p:custDataLst>
                <p:tags r:id="rId3"/>
              </p:custDataLst>
            </p:nvPr>
          </p:nvPicPr>
          <p:blipFill rotWithShape="1">
            <a:blip r:embed="rId4"/>
            <a:srcRect l="75058" t="58073" r="6056"/>
            <a:stretch>
              <a:fillRect/>
            </a:stretch>
          </p:blipFill>
          <p:spPr>
            <a:xfrm flipH="1">
              <a:off x="9707656" y="6083790"/>
              <a:ext cx="2294964" cy="774210"/>
            </a:xfrm>
            <a:prstGeom prst="rect">
              <a:avLst/>
            </a:prstGeom>
          </p:spPr>
        </p:pic>
        <p:pic>
          <p:nvPicPr>
            <p:cNvPr id="8" name="图片 7" descr="C:\Users\kingsoft\Desktop\黄色.png黄色"/>
            <p:cNvPicPr>
              <a:picLocks noChangeAspect="1"/>
            </p:cNvPicPr>
            <p:nvPr userDrawn="1">
              <p:custDataLst>
                <p:tags r:id="rId5"/>
              </p:custDataLst>
            </p:nvPr>
          </p:nvPicPr>
          <p:blipFill rotWithShape="1">
            <a:blip r:embed="rId6"/>
            <a:srcRect r="59078"/>
            <a:stretch>
              <a:fillRect/>
            </a:stretch>
          </p:blipFill>
          <p:spPr>
            <a:xfrm rot="10800000" flipH="1" flipV="1">
              <a:off x="-21590" y="-8255"/>
              <a:ext cx="1517015" cy="906145"/>
            </a:xfrm>
            <a:prstGeom prst="rect">
              <a:avLst/>
            </a:prstGeom>
          </p:spPr>
        </p:pic>
      </p:grpSp>
      <p:sp>
        <p:nvSpPr>
          <p:cNvPr id="3" name="日期占位符 2"/>
          <p:cNvSpPr>
            <a:spLocks noGrp="1"/>
          </p:cNvSpPr>
          <p:nvPr>
            <p:ph type="dt" sz="half" idx="10"/>
            <p:custDataLst>
              <p:tags r:id="rId7"/>
            </p:custDataLst>
          </p:nvPr>
        </p:nvSpPr>
        <p:spPr>
          <a:xfrm>
            <a:off x="879742" y="6349833"/>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4116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9"/>
            </p:custDataLst>
          </p:nvPr>
        </p:nvSpPr>
        <p:spPr>
          <a:xfrm>
            <a:off x="8610600" y="6349833"/>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frame">
    <p:bg>
      <p:bgPr>
        <a:solidFill>
          <a:srgbClr val="EBFAF5"/>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21590" y="-8255"/>
            <a:ext cx="12213590" cy="6870609"/>
            <a:chOff x="-21590" y="-8255"/>
            <a:chExt cx="12213590" cy="6870609"/>
          </a:xfrm>
        </p:grpSpPr>
        <p:pic>
          <p:nvPicPr>
            <p:cNvPr id="9" name="图片 8" descr="C:\Users\kingsoft\Desktop\黄色.png黄色"/>
            <p:cNvPicPr>
              <a:picLocks noChangeAspect="1"/>
            </p:cNvPicPr>
            <p:nvPr userDrawn="1">
              <p:custDataLst>
                <p:tags r:id="rId3"/>
              </p:custDataLst>
            </p:nvPr>
          </p:nvPicPr>
          <p:blipFill>
            <a:blip r:embed="rId4"/>
            <a:srcRect/>
            <a:stretch>
              <a:fillRect/>
            </a:stretch>
          </p:blipFill>
          <p:spPr>
            <a:xfrm rot="10800000" flipH="1" flipV="1">
              <a:off x="-21590" y="-8255"/>
              <a:ext cx="3707130" cy="906145"/>
            </a:xfrm>
            <a:prstGeom prst="rect">
              <a:avLst/>
            </a:prstGeom>
          </p:spPr>
        </p:pic>
        <p:pic>
          <p:nvPicPr>
            <p:cNvPr id="14" name="图片 13" descr="图片1"/>
            <p:cNvPicPr>
              <a:picLocks noChangeAspect="1"/>
            </p:cNvPicPr>
            <p:nvPr userDrawn="1">
              <p:custDataLst>
                <p:tags r:id="rId5"/>
              </p:custDataLst>
            </p:nvPr>
          </p:nvPicPr>
          <p:blipFill>
            <a:blip r:embed="rId6"/>
            <a:srcRect/>
            <a:stretch>
              <a:fillRect/>
            </a:stretch>
          </p:blipFill>
          <p:spPr>
            <a:xfrm>
              <a:off x="40640" y="5344069"/>
              <a:ext cx="12151360" cy="1518285"/>
            </a:xfrm>
            <a:prstGeom prst="rect">
              <a:avLst/>
            </a:prstGeom>
          </p:spPr>
        </p:pic>
      </p:grpSp>
      <p:sp>
        <p:nvSpPr>
          <p:cNvPr id="6" name="矩形 5"/>
          <p:cNvSpPr/>
          <p:nvPr userDrawn="1">
            <p:custDataLst>
              <p:tags r:id="rId7"/>
            </p:custDataLst>
          </p:nvPr>
        </p:nvSpPr>
        <p:spPr>
          <a:xfrm>
            <a:off x="288290" y="273050"/>
            <a:ext cx="11616055" cy="63119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90204" pitchFamily="34" charset="0"/>
              <a:ea typeface="Arial" panose="020B0604020202090204" pitchFamily="34" charset="0"/>
              <a:sym typeface="+mn-ea"/>
            </a:endParaRPr>
          </a:p>
        </p:txBody>
      </p:sp>
      <p:sp>
        <p:nvSpPr>
          <p:cNvPr id="2" name="标题 1"/>
          <p:cNvSpPr>
            <a:spLocks noGrp="1"/>
          </p:cNvSpPr>
          <p:nvPr>
            <p:ph type="title" hasCustomPrompt="1"/>
            <p:custDataLst>
              <p:tags r:id="rId8"/>
            </p:custDataLst>
          </p:nvPr>
        </p:nvSpPr>
        <p:spPr>
          <a:xfrm>
            <a:off x="1281600" y="1249200"/>
            <a:ext cx="9626400" cy="723600"/>
          </a:xfrm>
        </p:spPr>
        <p:txBody>
          <a:bodyPr anchor="ctr">
            <a:normAutofit/>
          </a:bodyPr>
          <a:lstStyle>
            <a:lvl1pPr>
              <a:defRPr sz="3200" baseline="0">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9"/>
            </p:custDataLst>
          </p:nvPr>
        </p:nvSpPr>
        <p:spPr>
          <a:xfrm>
            <a:off x="1281113" y="2163600"/>
            <a:ext cx="9626600" cy="3445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0"/>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2"/>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right">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5560" y="-4445"/>
            <a:ext cx="504126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dirty="0">
              <a:latin typeface="Arial" panose="020B0604020202090204" pitchFamily="34" charset="0"/>
              <a:ea typeface="Arial" panose="020B0604020202090204" pitchFamily="34" charset="0"/>
              <a:sym typeface="+mn-ea"/>
            </a:endParaRPr>
          </a:p>
        </p:txBody>
      </p:sp>
      <p:grpSp>
        <p:nvGrpSpPr>
          <p:cNvPr id="6" name="组合 5"/>
          <p:cNvGrpSpPr/>
          <p:nvPr userDrawn="1">
            <p:custDataLst>
              <p:tags r:id="rId3"/>
            </p:custDataLst>
          </p:nvPr>
        </p:nvGrpSpPr>
        <p:grpSpPr>
          <a:xfrm>
            <a:off x="-21590" y="-8255"/>
            <a:ext cx="12024210" cy="6866255"/>
            <a:chOff x="-21590" y="-8255"/>
            <a:chExt cx="12024210" cy="6866255"/>
          </a:xfrm>
        </p:grpSpPr>
        <p:pic>
          <p:nvPicPr>
            <p:cNvPr id="14" name="图片 13"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1" name="图片 10"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p:ph type="title" hasCustomPrompt="1"/>
            <p:custDataLst>
              <p:tags r:id="rId8"/>
            </p:custDataLst>
          </p:nvPr>
        </p:nvSpPr>
        <p:spPr>
          <a:xfrm>
            <a:off x="583200" y="770400"/>
            <a:ext cx="3960000" cy="882000"/>
          </a:xfrm>
        </p:spPr>
        <p:txBody>
          <a:bodyPr anchor="ctr">
            <a:normAutofit/>
          </a:bodyPr>
          <a:lstStyle>
            <a:lvl1pPr>
              <a:defRPr sz="3600" baseline="0">
                <a:latin typeface="Arial" panose="020B0604020202090204" pitchFamily="34" charset="0"/>
                <a:ea typeface="Arial" panose="020B0604020202090204" pitchFamily="34" charset="0"/>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586800" y="1764000"/>
            <a:ext cx="3956400" cy="4093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5175885" y="770255"/>
            <a:ext cx="6405245" cy="508762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p/down">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11" name="组合 10"/>
          <p:cNvGrpSpPr/>
          <p:nvPr userDrawn="1">
            <p:custDataLst>
              <p:tags r:id="rId3"/>
            </p:custDataLst>
          </p:nvPr>
        </p:nvGrpSpPr>
        <p:grpSpPr>
          <a:xfrm>
            <a:off x="-21590" y="-8255"/>
            <a:ext cx="12024210" cy="6866255"/>
            <a:chOff x="-21590" y="-8255"/>
            <a:chExt cx="12024210" cy="6866255"/>
          </a:xfrm>
        </p:grpSpPr>
        <p:pic>
          <p:nvPicPr>
            <p:cNvPr id="12" name="图片 11"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3" name="图片 12"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p:ph type="title"/>
            <p:custDataLst>
              <p:tags r:id="rId8"/>
            </p:custDataLst>
          </p:nvPr>
        </p:nvSpPr>
        <p:spPr>
          <a:xfrm>
            <a:off x="612000" y="781200"/>
            <a:ext cx="10976400" cy="626400"/>
          </a:xfrm>
        </p:spPr>
        <p:txBody>
          <a:bodyPr anchor="ctr">
            <a:normAutofit/>
          </a:bodyPr>
          <a:lstStyle>
            <a:lvl1pPr algn="ctr">
              <a:defRPr sz="3600"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612000" y="1659600"/>
            <a:ext cx="10975975" cy="828000"/>
          </a:xfrm>
        </p:spPr>
        <p:txBody>
          <a:bodyPr/>
          <a:lstStyle>
            <a:lvl1pPr algn="ctr">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612775" y="2808000"/>
            <a:ext cx="10965600" cy="3430800"/>
          </a:xfrm>
        </p:spPr>
        <p:txBody>
          <a:bodyPr/>
          <a:lstStyle>
            <a:lvl1pPr>
              <a:defRPr baseline="0">
                <a:latin typeface="Arial" panose="020B0604020202090204" pitchFamily="34" charset="0"/>
                <a:ea typeface="Arial" panose="020B0604020202090204" pitchFamily="34" charset="0"/>
              </a:defRPr>
            </a:lvl1pPr>
            <a:lvl2pPr>
              <a:defRPr baseline="0">
                <a:latin typeface="Arial" panose="020B0604020202090204" pitchFamily="34" charset="0"/>
                <a:ea typeface="Arial" panose="020B0604020202090204" pitchFamily="34" charset="0"/>
              </a:defRPr>
            </a:lvl2pPr>
            <a:lvl3pPr>
              <a:defRPr baseline="0">
                <a:latin typeface="Arial" panose="020B0604020202090204" pitchFamily="34" charset="0"/>
                <a:ea typeface="Arial" panose="020B0604020202090204" pitchFamily="34" charset="0"/>
              </a:defRPr>
            </a:lvl3pPr>
            <a:lvl4pPr>
              <a:defRPr baseline="0">
                <a:latin typeface="Arial" panose="020B0604020202090204" pitchFamily="34" charset="0"/>
                <a:ea typeface="Arial" panose="020B0604020202090204" pitchFamily="34" charset="0"/>
              </a:defRPr>
            </a:lvl4pPr>
            <a:lvl5pPr>
              <a:defRPr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wn/up">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39996"/>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14" name="组合 13"/>
          <p:cNvGrpSpPr/>
          <p:nvPr userDrawn="1">
            <p:custDataLst>
              <p:tags r:id="rId3"/>
            </p:custDataLst>
          </p:nvPr>
        </p:nvGrpSpPr>
        <p:grpSpPr>
          <a:xfrm>
            <a:off x="-21590" y="-8255"/>
            <a:ext cx="12024210" cy="6866255"/>
            <a:chOff x="-21590" y="-8255"/>
            <a:chExt cx="12024210" cy="6866255"/>
          </a:xfrm>
        </p:grpSpPr>
        <p:pic>
          <p:nvPicPr>
            <p:cNvPr id="15" name="图片 14" descr="图片1"/>
            <p:cNvPicPr>
              <a:picLocks noChangeAspect="1"/>
            </p:cNvPicPr>
            <p:nvPr userDrawn="1">
              <p:custDataLst>
                <p:tags r:id="rId4"/>
              </p:custDataLst>
            </p:nvPr>
          </p:nvPicPr>
          <p:blipFill rotWithShape="1">
            <a:blip r:embed="rId5"/>
            <a:srcRect l="75058" t="58073" r="6056"/>
            <a:stretch>
              <a:fillRect/>
            </a:stretch>
          </p:blipFill>
          <p:spPr>
            <a:xfrm flipH="1">
              <a:off x="9707656" y="6083790"/>
              <a:ext cx="2294964" cy="774210"/>
            </a:xfrm>
            <a:prstGeom prst="rect">
              <a:avLst/>
            </a:prstGeom>
          </p:spPr>
        </p:pic>
        <p:pic>
          <p:nvPicPr>
            <p:cNvPr id="16" name="图片 15" descr="C:\Users\kingsoft\Desktop\黄色.png黄色"/>
            <p:cNvPicPr>
              <a:picLocks noChangeAspect="1"/>
            </p:cNvPicPr>
            <p:nvPr userDrawn="1">
              <p:custDataLst>
                <p:tags r:id="rId6"/>
              </p:custDataLst>
            </p:nvPr>
          </p:nvPicPr>
          <p:blipFill rotWithShape="1">
            <a:blip r:embed="rId7"/>
            <a:srcRect r="59078"/>
            <a:stretch>
              <a:fillRect/>
            </a:stretch>
          </p:blipFill>
          <p:spPr>
            <a:xfrm rot="10800000" flipH="1" flipV="1">
              <a:off x="-21590" y="-8255"/>
              <a:ext cx="1517015" cy="906145"/>
            </a:xfrm>
            <a:prstGeom prst="rect">
              <a:avLst/>
            </a:prstGeom>
          </p:spPr>
        </p:pic>
      </p:grpSp>
      <p:sp>
        <p:nvSpPr>
          <p:cNvPr id="2" name="标题 1"/>
          <p:cNvSpPr>
            <a:spLocks noGrp="1"/>
          </p:cNvSpPr>
          <p:nvPr userDrawn="1">
            <p:ph type="title"/>
            <p:custDataLst>
              <p:tags r:id="rId8"/>
            </p:custDataLst>
          </p:nvPr>
        </p:nvSpPr>
        <p:spPr>
          <a:xfrm>
            <a:off x="604800" y="669600"/>
            <a:ext cx="10976400" cy="565200"/>
          </a:xfrm>
        </p:spPr>
        <p:txBody>
          <a:bodyPr anchor="ctr">
            <a:normAutofit/>
          </a:bodyPr>
          <a:lstStyle>
            <a:lvl1pPr algn="ctr">
              <a:defRPr sz="3200"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userDrawn="1">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2"/>
            </p:custDataLst>
          </p:nvPr>
        </p:nvSpPr>
        <p:spPr>
          <a:xfrm>
            <a:off x="604837" y="1681200"/>
            <a:ext cx="10990800" cy="32112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userDrawn="1">
            <p:ph type="body" sz="quarter" idx="14"/>
            <p:custDataLst>
              <p:tags r:id="rId13"/>
            </p:custDataLst>
          </p:nvPr>
        </p:nvSpPr>
        <p:spPr>
          <a:xfrm>
            <a:off x="594000" y="5180400"/>
            <a:ext cx="11001600" cy="1011600"/>
          </a:xfrm>
        </p:spPr>
        <p:txBody>
          <a:bodyPr/>
          <a:lstStyle>
            <a:lvl1pPr marL="0" indent="0">
              <a:buNone/>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vigation">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21590" y="5951855"/>
            <a:ext cx="12024210" cy="906145"/>
            <a:chOff x="-21590" y="5951855"/>
            <a:chExt cx="12024210" cy="906145"/>
          </a:xfrm>
        </p:grpSpPr>
        <p:pic>
          <p:nvPicPr>
            <p:cNvPr id="14" name="图片 13" descr="图片1"/>
            <p:cNvPicPr>
              <a:picLocks noChangeAspect="1"/>
            </p:cNvPicPr>
            <p:nvPr userDrawn="1">
              <p:custDataLst>
                <p:tags r:id="rId3"/>
              </p:custDataLst>
            </p:nvPr>
          </p:nvPicPr>
          <p:blipFill rotWithShape="1">
            <a:blip r:embed="rId4"/>
            <a:srcRect l="75058" t="58073" r="6056"/>
            <a:stretch>
              <a:fillRect/>
            </a:stretch>
          </p:blipFill>
          <p:spPr>
            <a:xfrm flipH="1">
              <a:off x="9707656" y="6083790"/>
              <a:ext cx="2294964" cy="774210"/>
            </a:xfrm>
            <a:prstGeom prst="rect">
              <a:avLst/>
            </a:prstGeom>
          </p:spPr>
        </p:pic>
        <p:pic>
          <p:nvPicPr>
            <p:cNvPr id="15" name="图片 14" descr="C:\Users\kingsoft\Desktop\黄色.png黄色"/>
            <p:cNvPicPr>
              <a:picLocks noChangeAspect="1"/>
            </p:cNvPicPr>
            <p:nvPr userDrawn="1">
              <p:custDataLst>
                <p:tags r:id="rId5"/>
              </p:custDataLst>
            </p:nvPr>
          </p:nvPicPr>
          <p:blipFill rotWithShape="1">
            <a:blip r:embed="rId6"/>
            <a:srcRect r="59078"/>
            <a:stretch>
              <a:fillRect/>
            </a:stretch>
          </p:blipFill>
          <p:spPr>
            <a:xfrm flipV="1">
              <a:off x="-21590" y="5951855"/>
              <a:ext cx="1517015" cy="906145"/>
            </a:xfrm>
            <a:prstGeom prst="rect">
              <a:avLst/>
            </a:prstGeom>
          </p:spPr>
        </p:pic>
      </p:grpSp>
      <p:sp>
        <p:nvSpPr>
          <p:cNvPr id="10" name="矩形 9"/>
          <p:cNvSpPr/>
          <p:nvPr userDrawn="1">
            <p:custDataLst>
              <p:tags r:id="rId7"/>
            </p:custDataLst>
          </p:nvPr>
        </p:nvSpPr>
        <p:spPr>
          <a:xfrm>
            <a:off x="0" y="127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sp>
        <p:nvSpPr>
          <p:cNvPr id="2" name="标题 1"/>
          <p:cNvSpPr>
            <a:spLocks noGrp="1"/>
          </p:cNvSpPr>
          <p:nvPr>
            <p:ph type="title"/>
            <p:custDataLst>
              <p:tags r:id="rId8"/>
            </p:custDataLst>
          </p:nvPr>
        </p:nvSpPr>
        <p:spPr>
          <a:xfrm>
            <a:off x="579600" y="237600"/>
            <a:ext cx="11037600" cy="441964"/>
          </a:xfrm>
        </p:spPr>
        <p:txBody>
          <a:bodyPr>
            <a:normAutofit/>
          </a:bodyPr>
          <a:lstStyle>
            <a:lvl1pPr>
              <a:defRPr baseline="0">
                <a:latin typeface="Arial" panose="020B0604020202090204" pitchFamily="34" charset="0"/>
                <a:ea typeface="Arial" panose="020B0604020202090204" pitchFamily="34"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1"/>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2"/>
            </p:custDataLst>
          </p:nvPr>
        </p:nvSpPr>
        <p:spPr>
          <a:xfrm>
            <a:off x="579600" y="1663200"/>
            <a:ext cx="5342400" cy="28944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3"/>
            </p:custDataLst>
          </p:nvPr>
        </p:nvSpPr>
        <p:spPr>
          <a:xfrm>
            <a:off x="6242400" y="1663200"/>
            <a:ext cx="5367600" cy="2894400"/>
          </a:xfrm>
        </p:spPr>
        <p:txBody>
          <a:bodyPr/>
          <a:lstStyle>
            <a:lvl1pPr>
              <a:defRPr sz="1400" baseline="0">
                <a:latin typeface="Arial" panose="020B0604020202090204" pitchFamily="34" charset="0"/>
                <a:ea typeface="Arial" panose="020B0604020202090204" pitchFamily="34" charset="0"/>
              </a:defRPr>
            </a:lvl1pPr>
            <a:lvl2pPr>
              <a:defRPr sz="1400" baseline="0">
                <a:latin typeface="Arial" panose="020B0604020202090204" pitchFamily="34" charset="0"/>
                <a:ea typeface="Arial" panose="020B0604020202090204" pitchFamily="34" charset="0"/>
              </a:defRPr>
            </a:lvl2pPr>
            <a:lvl3pPr>
              <a:defRPr sz="1400" baseline="0">
                <a:latin typeface="Arial" panose="020B0604020202090204" pitchFamily="34" charset="0"/>
                <a:ea typeface="Arial" panose="020B0604020202090204" pitchFamily="34" charset="0"/>
              </a:defRPr>
            </a:lvl3pPr>
            <a:lvl4pPr>
              <a:defRPr sz="1400" baseline="0">
                <a:latin typeface="Arial" panose="020B0604020202090204" pitchFamily="34" charset="0"/>
                <a:ea typeface="Arial" panose="020B0604020202090204" pitchFamily="34" charset="0"/>
              </a:defRPr>
            </a:lvl4pPr>
            <a:lvl5pPr>
              <a:defRPr sz="1400" baseline="0">
                <a:latin typeface="Arial" panose="020B0604020202090204" pitchFamily="34" charset="0"/>
                <a:ea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4"/>
            </p:custDataLst>
          </p:nvPr>
        </p:nvSpPr>
        <p:spPr>
          <a:xfrm>
            <a:off x="572400" y="4816800"/>
            <a:ext cx="5342400" cy="781200"/>
          </a:xfrm>
        </p:spPr>
        <p:txBody>
          <a:bodyPr/>
          <a:lstStyle>
            <a:lvl1pPr>
              <a:defRPr sz="1400"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5"/>
            </p:custDataLst>
          </p:nvPr>
        </p:nvSpPr>
        <p:spPr>
          <a:xfrm>
            <a:off x="6253200" y="4813200"/>
            <a:ext cx="5367600" cy="781200"/>
          </a:xfrm>
        </p:spPr>
        <p:txBody>
          <a:bodyPr/>
          <a:lstStyle>
            <a:lvl1pPr>
              <a:defRPr sz="1400"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aistband">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8589"/>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baseline="0">
              <a:latin typeface="Arial" panose="020B0604020202090204" pitchFamily="34" charset="0"/>
              <a:ea typeface="Arial" panose="020B0604020202090204" pitchFamily="34" charset="0"/>
              <a:sym typeface="+mn-ea"/>
            </a:endParaRPr>
          </a:p>
        </p:txBody>
      </p:sp>
      <p:grpSp>
        <p:nvGrpSpPr>
          <p:cNvPr id="6" name="组合 5"/>
          <p:cNvGrpSpPr/>
          <p:nvPr userDrawn="1">
            <p:custDataLst>
              <p:tags r:id="rId3"/>
            </p:custDataLst>
          </p:nvPr>
        </p:nvGrpSpPr>
        <p:grpSpPr>
          <a:xfrm>
            <a:off x="0" y="-6350"/>
            <a:ext cx="12195809" cy="6864350"/>
            <a:chOff x="0" y="-6350"/>
            <a:chExt cx="12195809" cy="6864350"/>
          </a:xfrm>
        </p:grpSpPr>
        <p:pic>
          <p:nvPicPr>
            <p:cNvPr id="20" name="图片 19" descr="C:\Users\kingsoft\Desktop\黄色.png黄色"/>
            <p:cNvPicPr>
              <a:picLocks noChangeAspect="1"/>
            </p:cNvPicPr>
            <p:nvPr userDrawn="1">
              <p:custDataLst>
                <p:tags r:id="rId4"/>
              </p:custDataLst>
            </p:nvPr>
          </p:nvPicPr>
          <p:blipFill rotWithShape="1">
            <a:blip r:embed="rId5"/>
            <a:srcRect r="60032"/>
            <a:stretch>
              <a:fillRect/>
            </a:stretch>
          </p:blipFill>
          <p:spPr>
            <a:xfrm flipH="1">
              <a:off x="9434286" y="-6350"/>
              <a:ext cx="2761523" cy="1688904"/>
            </a:xfrm>
            <a:prstGeom prst="rect">
              <a:avLst/>
            </a:prstGeom>
          </p:spPr>
        </p:pic>
        <p:pic>
          <p:nvPicPr>
            <p:cNvPr id="11" name="图片 10" descr="C:\Users\kingsoft\Desktop\黄色.png黄色"/>
            <p:cNvPicPr>
              <a:picLocks noChangeAspect="1"/>
            </p:cNvPicPr>
            <p:nvPr userDrawn="1">
              <p:custDataLst>
                <p:tags r:id="rId6"/>
              </p:custDataLst>
            </p:nvPr>
          </p:nvPicPr>
          <p:blipFill rotWithShape="1">
            <a:blip r:embed="rId5"/>
            <a:srcRect r="60032"/>
            <a:stretch>
              <a:fillRect/>
            </a:stretch>
          </p:blipFill>
          <p:spPr>
            <a:xfrm rot="10800000" flipH="1">
              <a:off x="0" y="5169096"/>
              <a:ext cx="2761523" cy="1688904"/>
            </a:xfrm>
            <a:prstGeom prst="rect">
              <a:avLst/>
            </a:prstGeom>
          </p:spPr>
        </p:pic>
      </p:grpSp>
      <p:sp>
        <p:nvSpPr>
          <p:cNvPr id="2" name="标题 1"/>
          <p:cNvSpPr>
            <a:spLocks noGrp="1"/>
          </p:cNvSpPr>
          <p:nvPr>
            <p:ph type="title" hasCustomPrompt="1"/>
            <p:custDataLst>
              <p:tags r:id="rId7"/>
            </p:custDataLst>
          </p:nvPr>
        </p:nvSpPr>
        <p:spPr>
          <a:xfrm>
            <a:off x="1522800" y="1339200"/>
            <a:ext cx="9144000" cy="2386800"/>
          </a:xfrm>
        </p:spPr>
        <p:txBody>
          <a:bodyPr anchor="b">
            <a:normAutofit/>
          </a:bodyPr>
          <a:lstStyle>
            <a:lvl1pPr algn="ctr">
              <a:defRPr sz="6000" baseline="0">
                <a:latin typeface="Arial" panose="020B0604020202090204" pitchFamily="34" charset="0"/>
                <a:ea typeface="Arial" panose="020B0604020202090204" pitchFamily="34" charset="0"/>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8"/>
            </p:custDataLst>
          </p:nvPr>
        </p:nvSpPr>
        <p:spPr>
          <a:xfrm>
            <a:off x="879742" y="6349833"/>
            <a:ext cx="2700000" cy="316800"/>
          </a:xfrm>
        </p:spPr>
        <p:txBody>
          <a:bodyPr/>
          <a:lstStyle>
            <a:lvl1pPr>
              <a:defRPr baseline="0">
                <a:latin typeface="Arial" panose="020B0604020202090204" pitchFamily="34" charset="0"/>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a:xfrm>
            <a:off x="4116000" y="6349833"/>
            <a:ext cx="3960000" cy="316800"/>
          </a:xfrm>
        </p:spPr>
        <p:txBody>
          <a:bodyPr/>
          <a:lstStyle>
            <a:lvl1pPr>
              <a:defRPr baseline="0">
                <a:latin typeface="Arial" panose="020B0604020202090204" pitchFamily="34" charset="0"/>
              </a:defRPr>
            </a:lvl1pPr>
          </a:lstStyle>
          <a:p>
            <a:endParaRPr lang="zh-CN" altLang="en-US" dirty="0"/>
          </a:p>
        </p:txBody>
      </p:sp>
      <p:sp>
        <p:nvSpPr>
          <p:cNvPr id="5" name="灯片编号占位符 4"/>
          <p:cNvSpPr>
            <a:spLocks noGrp="1"/>
          </p:cNvSpPr>
          <p:nvPr>
            <p:ph type="sldNum" sz="quarter" idx="12"/>
            <p:custDataLst>
              <p:tags r:id="rId10"/>
            </p:custDataLst>
          </p:nvPr>
        </p:nvSpPr>
        <p:spPr>
          <a:xfrm>
            <a:off x="8610600" y="6349833"/>
            <a:ext cx="2700000" cy="316800"/>
          </a:xfrm>
        </p:spPr>
        <p:txBody>
          <a:bodyPr/>
          <a:lstStyle>
            <a:lvl1pPr>
              <a:defRPr baseline="0">
                <a:latin typeface="Arial" panose="020B0604020202090204" pitchFamily="34" charset="0"/>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1"/>
            </p:custDataLst>
          </p:nvPr>
        </p:nvSpPr>
        <p:spPr>
          <a:xfrm>
            <a:off x="1522413" y="3862800"/>
            <a:ext cx="9144000" cy="1656000"/>
          </a:xfrm>
        </p:spPr>
        <p:txBody>
          <a:bodyPr/>
          <a:lstStyle>
            <a:lvl1pPr algn="ctr">
              <a:defRPr baseline="0">
                <a:latin typeface="Arial" panose="020B0604020202090204" pitchFamily="34" charset="0"/>
                <a:ea typeface="Arial" panose="020B0604020202090204" pitchFamily="34" charset="0"/>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45.xml"/><Relationship Id="rId23" Type="http://schemas.openxmlformats.org/officeDocument/2006/relationships/tags" Target="../tags/tag144.xml"/><Relationship Id="rId22" Type="http://schemas.openxmlformats.org/officeDocument/2006/relationships/tags" Target="../tags/tag143.xml"/><Relationship Id="rId21" Type="http://schemas.openxmlformats.org/officeDocument/2006/relationships/tags" Target="../tags/tag142.xml"/><Relationship Id="rId20" Type="http://schemas.openxmlformats.org/officeDocument/2006/relationships/tags" Target="../tags/tag141.xml"/><Relationship Id="rId2" Type="http://schemas.openxmlformats.org/officeDocument/2006/relationships/slideLayout" Target="../slideLayouts/slideLayout2.xml"/><Relationship Id="rId19" Type="http://schemas.openxmlformats.org/officeDocument/2006/relationships/tags" Target="../tags/tag140.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ea typeface="Arial" panose="020B0604020202090204" pitchFamily="3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ea typeface="Arial" panose="020B0604020202090204" pitchFamily="34" charset="0"/>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ea typeface="Arial" panose="020B0604020202090204" pitchFamily="34" charset="0"/>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Arial" panose="020B0604020202090204" pitchFamily="34" charset="0"/>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hemeOverride" Target="../theme/themeOverride1.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2.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themeOverride" Target="../theme/themeOverride3.xml"/><Relationship Id="rId5" Type="http://schemas.openxmlformats.org/officeDocument/2006/relationships/tags" Target="../tags/tag156.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155.xml"/><Relationship Id="rId1" Type="http://schemas.openxmlformats.org/officeDocument/2006/relationships/tags" Target="../tags/tag154.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4.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5.xml"/><Relationship Id="rId5" Type="http://schemas.openxmlformats.org/officeDocument/2006/relationships/tags" Target="../tags/tag16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162.xml"/><Relationship Id="rId1" Type="http://schemas.openxmlformats.org/officeDocument/2006/relationships/tags" Target="../tags/tag161.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6.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7.xml"/><Relationship Id="rId5" Type="http://schemas.openxmlformats.org/officeDocument/2006/relationships/tags" Target="../tags/tag170.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tags" Target="../tags/tag169.xml"/><Relationship Id="rId1" Type="http://schemas.openxmlformats.org/officeDocument/2006/relationships/tags" Target="../tags/tag16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8.xml"/><Relationship Id="rId4" Type="http://schemas.openxmlformats.org/officeDocument/2006/relationships/tags" Target="../tags/tag17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9.xml"/><Relationship Id="rId5" Type="http://schemas.openxmlformats.org/officeDocument/2006/relationships/tags" Target="../tags/tag175.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themeOverride" Target="../theme/themeOverride1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themeOverride" Target="../theme/themeOverride11.xml"/><Relationship Id="rId5" Type="http://schemas.openxmlformats.org/officeDocument/2006/relationships/tags" Target="../tags/tag18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181.xml"/><Relationship Id="rId1" Type="http://schemas.openxmlformats.org/officeDocument/2006/relationships/tags" Target="../tags/tag180.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3.xml"/><Relationship Id="rId4" Type="http://schemas.openxmlformats.org/officeDocument/2006/relationships/themeOverride" Target="../theme/themeOverride12.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themeOverride" Target="../theme/themeOverride13.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themeOverride" Target="../theme/themeOverride14.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3.xml"/><Relationship Id="rId4" Type="http://schemas.openxmlformats.org/officeDocument/2006/relationships/themeOverride" Target="../theme/themeOverride1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hemeOverride" Target="../theme/themeOverride16.xml"/><Relationship Id="rId2" Type="http://schemas.openxmlformats.org/officeDocument/2006/relationships/tags" Target="../tags/tag196.xml"/><Relationship Id="rId1" Type="http://schemas.openxmlformats.org/officeDocument/2006/relationships/tags" Target="../tags/tag19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FFF"/>
        </a:solid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955800" y="2345690"/>
            <a:ext cx="8410575" cy="2166620"/>
          </a:xfrm>
        </p:spPr>
        <p:txBody>
          <a:bodyPr>
            <a:normAutofit fontScale="90000"/>
          </a:bodyPr>
          <a:lstStyle/>
          <a:p>
            <a:r>
              <a:rPr lang="en-US" altLang="zh-CN" dirty="0" smtClean="0"/>
              <a:t>Presentation Java</a:t>
            </a:r>
            <a:endParaRPr lang="en-US" altLang="zh-CN" dirty="0" smtClean="0"/>
          </a:p>
        </p:txBody>
      </p:sp>
      <p:sp>
        <p:nvSpPr>
          <p:cNvPr id="3" name="副标题 2"/>
          <p:cNvSpPr>
            <a:spLocks noGrp="1"/>
          </p:cNvSpPr>
          <p:nvPr>
            <p:ph type="subTitle" idx="1"/>
            <p:custDataLst>
              <p:tags r:id="rId2"/>
            </p:custDataLst>
          </p:nvPr>
        </p:nvSpPr>
        <p:spPr>
          <a:xfrm>
            <a:off x="1887434" y="5345264"/>
            <a:ext cx="8410619" cy="658883"/>
          </a:xfrm>
        </p:spPr>
        <p:txBody>
          <a:bodyPr>
            <a:normAutofit fontScale="80000"/>
          </a:bodyPr>
          <a:lstStyle/>
          <a:p>
            <a:r>
              <a:rPr lang="en-US" altLang="zh-CN" dirty="0" smtClean="0"/>
              <a:t>Student: Shukirillaev Mukhammadsodik, 202438379</a:t>
            </a:r>
            <a:endParaRPr lang="en-US" altLang="zh-CN" dirty="0" smtClean="0"/>
          </a:p>
        </p:txBody>
      </p:sp>
      <p:sp>
        <p:nvSpPr>
          <p:cNvPr id="4" name="副标题 2"/>
          <p:cNvSpPr>
            <a:spLocks noGrp="1"/>
          </p:cNvSpPr>
          <p:nvPr>
            <p:custDataLst>
              <p:tags r:id="rId3"/>
            </p:custDataLst>
          </p:nvPr>
        </p:nvSpPr>
        <p:spPr>
          <a:xfrm>
            <a:off x="1899285" y="463550"/>
            <a:ext cx="8410575" cy="949325"/>
          </a:xfrm>
          <a:prstGeom prst="rect">
            <a:avLst/>
          </a:prstGeom>
        </p:spPr>
        <p:txBody>
          <a:bodyPr vert="horz" lIns="90000" tIns="46800" rIns="90000" bIns="46800" rtlCol="0"/>
          <a:lstStyle>
            <a:lvl1pPr marL="0" indent="0" algn="ctr" defTabSz="914400" rtl="0" eaLnBrk="1" fontAlgn="auto" latinLnBrk="0" hangingPunct="1">
              <a:lnSpc>
                <a:spcPct val="100000"/>
              </a:lnSpc>
              <a:spcBef>
                <a:spcPts val="0"/>
              </a:spcBef>
              <a:spcAft>
                <a:spcPts val="1000"/>
              </a:spcAft>
              <a:buFont typeface="Arial" panose="020B0604020202090204" pitchFamily="34" charset="0"/>
              <a:buNone/>
              <a:defRPr sz="2800" u="none" strike="noStrike" kern="1200" cap="none" spc="200" normalizeH="0" baseline="0">
                <a:solidFill>
                  <a:schemeClr val="tx1">
                    <a:lumMod val="75000"/>
                    <a:lumOff val="25000"/>
                  </a:schemeClr>
                </a:solidFill>
                <a:uFillTx/>
                <a:latin typeface="Arial" panose="020B0604020202090204" pitchFamily="34" charset="0"/>
                <a:ea typeface="Arial" panose="020B0604020202090204" pitchFamily="34" charset="0"/>
                <a:cs typeface="+mn-cs"/>
              </a:defRPr>
            </a:lvl1pPr>
            <a:lvl2pPr marL="457200" indent="0" algn="ctr"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sz="20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2pPr>
            <a:lvl3pPr marL="914400" indent="0" algn="ctr" defTabSz="914400" rtl="0" eaLnBrk="1" fontAlgn="auto" latinLnBrk="0" hangingPunct="1">
              <a:lnSpc>
                <a:spcPct val="130000"/>
              </a:lnSpc>
              <a:spcBef>
                <a:spcPts val="0"/>
              </a:spcBef>
              <a:spcAft>
                <a:spcPts val="1000"/>
              </a:spcAft>
              <a:buFont typeface="Arial" panose="020B0604020202090204" pitchFamily="34" charset="0"/>
              <a:buNone/>
              <a:defRPr sz="18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3pPr>
            <a:lvl4pPr marL="1371600" indent="0" algn="ctr" defTabSz="914400" rtl="0" eaLnBrk="1" fontAlgn="auto" latinLnBrk="0" hangingPunct="1">
              <a:lnSpc>
                <a:spcPct val="130000"/>
              </a:lnSpc>
              <a:spcBef>
                <a:spcPts val="0"/>
              </a:spcBef>
              <a:spcAft>
                <a:spcPts val="1000"/>
              </a:spcAft>
              <a:buFont typeface="Arial" panose="020B0604020202090204" pitchFamily="34" charset="0"/>
              <a:buNone/>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4pPr>
            <a:lvl5pPr marL="1828800" indent="0" algn="ctr" defTabSz="914400" rtl="0" eaLnBrk="1" fontAlgn="auto" latinLnBrk="0" hangingPunct="1">
              <a:lnSpc>
                <a:spcPct val="130000"/>
              </a:lnSpc>
              <a:spcBef>
                <a:spcPts val="0"/>
              </a:spcBef>
              <a:spcAft>
                <a:spcPts val="1000"/>
              </a:spcAft>
              <a:buFont typeface="Arial" panose="020B0604020202090204" pitchFamily="34" charset="0"/>
              <a:buNone/>
              <a:defRPr sz="1600" u="none" strike="noStrike" kern="1200" cap="none" spc="150" normalizeH="0" baseline="0">
                <a:solidFill>
                  <a:schemeClr val="tx1">
                    <a:lumMod val="85000"/>
                    <a:lumOff val="15000"/>
                  </a:schemeClr>
                </a:solidFill>
                <a:uFillTx/>
                <a:latin typeface="Arial" panose="020B0604020202090204" pitchFamily="34" charset="0"/>
                <a:ea typeface="Arial" panose="020B0604020202090204" pitchFamily="34" charset="0"/>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r>
              <a:rPr lang="en-US" altLang="zh-CN" sz="4000" dirty="0" smtClean="0"/>
              <a:t>Mobile Programming</a:t>
            </a:r>
            <a:endParaRPr lang="en-US" altLang="zh-CN" sz="4000" dirty="0" smtClean="0"/>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01</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zh-CN" smtClean="0"/>
              <a:t>Our First Program</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Of course it is “Hello World!”</a:t>
            </a:r>
            <a:endParaRPr lang="en-US" altLang="zh-CN" smtClean="0"/>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txBox="1"/>
          <p:nvPr>
            <p:custDataLst>
              <p:tags r:id="rId1"/>
            </p:custDataLst>
          </p:nvPr>
        </p:nvSpPr>
        <p:spPr>
          <a:xfrm>
            <a:off x="609600" y="3617595"/>
            <a:ext cx="10973435" cy="3077845"/>
          </a:xfrm>
          <a:prstGeom prst="rect">
            <a:avLst/>
          </a:prstGeom>
          <a:noFill/>
          <a:ln w="3175">
            <a:noFill/>
            <a:prstDash val="dash"/>
          </a:ln>
        </p:spPr>
        <p:txBody>
          <a:bodyPr wrap="square" lIns="90000" tIns="46800" rIns="90000" bIns="468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algn="just">
              <a:lnSpc>
                <a:spcPct val="110000"/>
              </a:lnSpc>
              <a:spcAft>
                <a:spcPts val="800"/>
              </a:spcAft>
            </a:pP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A Java program starts with a </a:t>
            </a: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class</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the filename must match the class name exactly</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The </a:t>
            </a: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main()</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method is the entry point; JVM calls it automatically when the program runs</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public</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it's accessible from outside (like by the JVM)</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static</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JVM can call it without creating an object first</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void</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means the method returns nothing (similar to Python's def)</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String[] args</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holds any arguments passed from the command line</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gn="just">
              <a:lnSpc>
                <a:spcPct val="110000"/>
              </a:lnSpc>
              <a:spcAft>
                <a:spcPts val="800"/>
              </a:spcAft>
            </a:pPr>
            <a:r>
              <a:rPr lang="en-US" altLang="en-US" sz="2000" b="1" i="1"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System.out.println()</a:t>
            </a:r>
            <a:r>
              <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 prints text to the console</a:t>
            </a:r>
            <a:endParaRPr lang="en-US" altLang="en-US" sz="2000" spc="5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p:txBody>
      </p:sp>
      <p:sp>
        <p:nvSpPr>
          <p:cNvPr id="7" name="Title 6"/>
          <p:cNvSpPr txBox="1"/>
          <p:nvPr>
            <p:custDataLst>
              <p:tags r:id="rId2"/>
            </p:custDataLst>
          </p:nvPr>
        </p:nvSpPr>
        <p:spPr>
          <a:xfrm>
            <a:off x="7390130" y="212090"/>
            <a:ext cx="4519930" cy="1993900"/>
          </a:xfrm>
          <a:prstGeom prst="rect">
            <a:avLst/>
          </a:prstGeom>
          <a:noFill/>
          <a:ln w="3175">
            <a:noFill/>
            <a:prstDash val="dash"/>
          </a:ln>
        </p:spPr>
        <p:txBody>
          <a:bodyPr wrap="square" lIns="90000" tIns="46800" rIns="90000" bIns="468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mj-lt"/>
                <a:ea typeface="+mn-ea"/>
                <a:cs typeface="Segoe UI" panose="020B0502040204020203" pitchFamily="34" charset="0"/>
              </a:defRPr>
            </a:lvl1pPr>
          </a:lstStyle>
          <a:p>
            <a:pPr indent="457200">
              <a:lnSpc>
                <a:spcPct val="100000"/>
              </a:lnSpc>
              <a:spcAft>
                <a:spcPts val="800"/>
              </a:spcAft>
              <a:defRPr/>
            </a:pPr>
            <a:r>
              <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Our first program in any language:</a:t>
            </a:r>
            <a:endPar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a:p>
            <a:pPr>
              <a:lnSpc>
                <a:spcPct val="100000"/>
              </a:lnSpc>
              <a:spcAft>
                <a:spcPts val="800"/>
              </a:spcAft>
              <a:defRPr/>
            </a:pPr>
            <a:r>
              <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rPr>
              <a:t>‘Hello World’</a:t>
            </a:r>
            <a:endParaRPr lang="en-US" altLang="zh-CN" sz="2800" b="1" spc="300" smtClean="0">
              <a:ln w="3175">
                <a:noFill/>
                <a:prstDash val="dash"/>
              </a:ln>
              <a:solidFill>
                <a:schemeClr val="tx1">
                  <a:lumMod val="85000"/>
                  <a:lumOff val="15000"/>
                </a:schemeClr>
              </a:solidFill>
              <a:latin typeface="Arial" panose="020B0604020202090204" pitchFamily="34" charset="0"/>
              <a:ea typeface="Arial" panose="020B0604020202090204" pitchFamily="34" charset="0"/>
              <a:cs typeface="Arial" panose="020B0604020202090204" pitchFamily="34" charset="0"/>
            </a:endParaRPr>
          </a:p>
        </p:txBody>
      </p:sp>
      <p:pic>
        <p:nvPicPr>
          <p:cNvPr id="2" name="Picture 1" descr="Screenshot 2026-04-07 at 11.14.34 AM"/>
          <p:cNvPicPr>
            <a:picLocks noChangeAspect="1"/>
          </p:cNvPicPr>
          <p:nvPr/>
        </p:nvPicPr>
        <p:blipFill>
          <a:blip r:embed="rId3"/>
          <a:stretch>
            <a:fillRect/>
          </a:stretch>
        </p:blipFill>
        <p:spPr>
          <a:xfrm>
            <a:off x="317500" y="482600"/>
            <a:ext cx="6871970" cy="2872105"/>
          </a:xfrm>
          <a:prstGeom prst="rect">
            <a:avLst/>
          </a:prstGeom>
        </p:spPr>
      </p:pic>
      <p:pic>
        <p:nvPicPr>
          <p:cNvPr id="4" name="Picture 3" descr="Screenshot 2026-04-07 at 11.32.39 AM"/>
          <p:cNvPicPr>
            <a:picLocks noChangeAspect="1"/>
          </p:cNvPicPr>
          <p:nvPr/>
        </p:nvPicPr>
        <p:blipFill>
          <a:blip r:embed="rId4"/>
          <a:stretch>
            <a:fillRect/>
          </a:stretch>
        </p:blipFill>
        <p:spPr>
          <a:xfrm>
            <a:off x="7847965" y="2205990"/>
            <a:ext cx="2476500" cy="9906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02</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zh-CN" smtClean="0"/>
              <a:t>Comments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2 types of comments</a:t>
            </a:r>
            <a:endParaRPr lang="en-US" altLang="zh-CN" smtClean="0"/>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245110" y="770255"/>
            <a:ext cx="4298315" cy="882015"/>
          </a:xfrm>
        </p:spPr>
        <p:txBody>
          <a:bodyPr>
            <a:normAutofit/>
          </a:bodyPr>
          <a:lstStyle/>
          <a:p>
            <a:r>
              <a:rPr lang="en-US" altLang="en-US" dirty="0" smtClean="0"/>
              <a:t>Comments</a:t>
            </a:r>
            <a:endParaRPr lang="en-US" altLang="en-US" dirty="0" smtClean="0"/>
          </a:p>
        </p:txBody>
      </p:sp>
      <p:sp>
        <p:nvSpPr>
          <p:cNvPr id="5" name="文本占位符 4"/>
          <p:cNvSpPr>
            <a:spLocks noGrp="1"/>
          </p:cNvSpPr>
          <p:nvPr>
            <p:ph type="body" sz="quarter" idx="13"/>
            <p:custDataLst>
              <p:tags r:id="rId2"/>
            </p:custDataLst>
          </p:nvPr>
        </p:nvSpPr>
        <p:spPr>
          <a:xfrm>
            <a:off x="244475" y="1764030"/>
            <a:ext cx="4298950" cy="4527550"/>
          </a:xfrm>
        </p:spPr>
        <p:txBody>
          <a:bodyPr>
            <a:normAutofit fontScale="90000"/>
          </a:bodyPr>
          <a:lstStyle/>
          <a:p>
            <a:pPr marL="0" indent="457200">
              <a:buNone/>
            </a:pPr>
            <a:r>
              <a:rPr lang="en-US" altLang="en-US" sz="1600" dirty="0" smtClean="0"/>
              <a:t>Single-line comment:</a:t>
            </a:r>
            <a:endParaRPr lang="en-US" altLang="en-US" sz="1600" b="1" dirty="0" smtClean="0">
              <a:cs typeface="Arial" panose="020B0604020202090204" pitchFamily="34" charset="0"/>
            </a:endParaRPr>
          </a:p>
          <a:p>
            <a:pPr marL="0" indent="457200">
              <a:buNone/>
            </a:pPr>
            <a:r>
              <a:rPr lang="en-US" altLang="en-US" sz="2400" b="1" dirty="0" smtClean="0">
                <a:cs typeface="Arial" panose="020B0604020202090204" pitchFamily="34" charset="0"/>
              </a:rPr>
              <a:t>// ..</a:t>
            </a:r>
            <a:endParaRPr lang="en-US" altLang="en-US" sz="2400" b="1" dirty="0" smtClean="0">
              <a:cs typeface="Arial" panose="020B0604020202090204" pitchFamily="34" charset="0"/>
            </a:endParaRPr>
          </a:p>
          <a:p>
            <a:pPr marL="0" indent="457200">
              <a:buNone/>
            </a:pPr>
            <a:r>
              <a:rPr lang="en-US" altLang="en-US" sz="1600" dirty="0" smtClean="0"/>
              <a:t>— everything after it on that line is ignored</a:t>
            </a:r>
            <a:endParaRPr lang="en-US" altLang="en-US" sz="1600" dirty="0" smtClean="0"/>
          </a:p>
          <a:p>
            <a:pPr marL="0" indent="457200">
              <a:buNone/>
            </a:pPr>
            <a:r>
              <a:rPr lang="en-US" altLang="en-US" sz="1600" dirty="0" smtClean="0"/>
              <a:t>Multi-line comment: </a:t>
            </a:r>
            <a:endParaRPr lang="en-US" altLang="en-US" sz="1600" dirty="0" smtClean="0"/>
          </a:p>
          <a:p>
            <a:pPr marL="0" indent="457200">
              <a:buNone/>
            </a:pPr>
            <a:r>
              <a:rPr lang="en-US" altLang="en-US" sz="2400" b="1" dirty="0" smtClean="0">
                <a:cs typeface="Arial" panose="020B0604020202090204" pitchFamily="34" charset="0"/>
              </a:rPr>
              <a:t>/* ... */</a:t>
            </a:r>
            <a:endParaRPr lang="en-US" altLang="en-US" sz="2400" b="1" dirty="0" smtClean="0">
              <a:cs typeface="Arial" panose="020B0604020202090204" pitchFamily="34" charset="0"/>
            </a:endParaRPr>
          </a:p>
          <a:p>
            <a:pPr marL="0" indent="457200">
              <a:buNone/>
            </a:pPr>
            <a:r>
              <a:rPr lang="en-US" altLang="en-US" sz="1600" dirty="0" smtClean="0"/>
              <a:t> wraps across multiple lines</a:t>
            </a:r>
            <a:endParaRPr lang="en-US" altLang="en-US" sz="1600" dirty="0" smtClean="0"/>
          </a:p>
          <a:p>
            <a:pPr marL="0" indent="457200">
              <a:buNone/>
            </a:pPr>
            <a:endParaRPr lang="en-US" altLang="en-US" sz="1600" dirty="0" smtClean="0"/>
          </a:p>
          <a:p>
            <a:pPr marL="0" indent="457200">
              <a:buNone/>
            </a:pPr>
            <a:r>
              <a:rPr lang="en-US" altLang="en-US" sz="1600" dirty="0" smtClean="0"/>
              <a:t>Comments are for humans, not the compiler. We use them to explain our code</a:t>
            </a:r>
            <a:endParaRPr lang="en-US" altLang="en-US" sz="1600" dirty="0" smtClean="0"/>
          </a:p>
        </p:txBody>
      </p:sp>
      <p:pic>
        <p:nvPicPr>
          <p:cNvPr id="6" name="Picture 5" descr="Screenshot 2026-04-07 at 11.23.48 AM"/>
          <p:cNvPicPr>
            <a:picLocks noChangeAspect="1"/>
          </p:cNvPicPr>
          <p:nvPr/>
        </p:nvPicPr>
        <p:blipFill>
          <a:blip r:embed="rId3"/>
          <a:stretch>
            <a:fillRect/>
          </a:stretch>
        </p:blipFill>
        <p:spPr>
          <a:xfrm>
            <a:off x="4709160" y="622300"/>
            <a:ext cx="7325360" cy="4116705"/>
          </a:xfrm>
          <a:prstGeom prst="rect">
            <a:avLst/>
          </a:prstGeom>
        </p:spPr>
      </p:pic>
      <p:pic>
        <p:nvPicPr>
          <p:cNvPr id="7" name="Picture 6" descr="Screenshot 2026-04-07 at 11.31.54 AM"/>
          <p:cNvPicPr>
            <a:picLocks noChangeAspect="1"/>
          </p:cNvPicPr>
          <p:nvPr/>
        </p:nvPicPr>
        <p:blipFill>
          <a:blip r:embed="rId4"/>
          <a:stretch>
            <a:fillRect/>
          </a:stretch>
        </p:blipFill>
        <p:spPr>
          <a:xfrm>
            <a:off x="6028690" y="5377180"/>
            <a:ext cx="3822700" cy="914400"/>
          </a:xfrm>
          <a:prstGeom prst="rect">
            <a:avLst/>
          </a:prstGeom>
        </p:spPr>
      </p:pic>
    </p:spTree>
    <p:custDataLst>
      <p:tags r:id="rId5"/>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03</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a:xfrm>
            <a:off x="4508500" y="2734310"/>
            <a:ext cx="6617335" cy="759460"/>
          </a:xfrm>
        </p:spPr>
        <p:txBody>
          <a:bodyPr>
            <a:normAutofit fontScale="90000"/>
          </a:bodyPr>
          <a:lstStyle/>
          <a:p>
            <a:r>
              <a:rPr lang="en-US" altLang="zh-CN" smtClean="0"/>
              <a:t>Data Types (Numbers)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8 main data types</a:t>
            </a:r>
            <a:endParaRPr lang="en-US" altLang="zh-CN" smtClean="0"/>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6096000" y="92075"/>
            <a:ext cx="5624195" cy="882015"/>
          </a:xfrm>
        </p:spPr>
        <p:txBody>
          <a:bodyPr/>
          <a:lstStyle/>
          <a:p>
            <a:r>
              <a:rPr lang="en-US" altLang="en-US" sz="2800" dirty="0" smtClean="0"/>
              <a:t>Data Types (Numbers)</a:t>
            </a:r>
            <a:endParaRPr lang="en-US" altLang="en-US" sz="2800" dirty="0" smtClean="0"/>
          </a:p>
        </p:txBody>
      </p:sp>
      <p:sp>
        <p:nvSpPr>
          <p:cNvPr id="5" name="文本占位符 4"/>
          <p:cNvSpPr>
            <a:spLocks noGrp="1"/>
          </p:cNvSpPr>
          <p:nvPr>
            <p:ph type="body" sz="quarter" idx="13"/>
            <p:custDataLst>
              <p:tags r:id="rId2"/>
            </p:custDataLst>
          </p:nvPr>
        </p:nvSpPr>
        <p:spPr>
          <a:xfrm>
            <a:off x="6096000" y="756920"/>
            <a:ext cx="5624195" cy="3800475"/>
          </a:xfrm>
        </p:spPr>
        <p:txBody>
          <a:bodyPr>
            <a:normAutofit/>
          </a:bodyPr>
          <a:lstStyle/>
          <a:p>
            <a:pPr marL="0" indent="457200">
              <a:buNone/>
            </a:pPr>
            <a:r>
              <a:rPr lang="en-US" altLang="en-US" sz="1600" dirty="0" smtClean="0"/>
              <a:t>Java has 8 primitive types: </a:t>
            </a:r>
            <a:r>
              <a:rPr lang="en-US" altLang="en-US" sz="1600" b="1" i="1" dirty="0" smtClean="0">
                <a:cs typeface="Arial" panose="020B0604020202090204" pitchFamily="34" charset="0"/>
              </a:rPr>
              <a:t>byte, short, int, long, float, double, char, boolean</a:t>
            </a:r>
            <a:endParaRPr lang="en-US" altLang="en-US" sz="1600" dirty="0" smtClean="0"/>
          </a:p>
          <a:p>
            <a:pPr marL="0" indent="457200">
              <a:buNone/>
            </a:pPr>
            <a:r>
              <a:rPr lang="en-US" altLang="en-US" sz="1600" b="1" i="1" dirty="0" smtClean="0">
                <a:cs typeface="Arial" panose="020B0604020202090204" pitchFamily="34" charset="0"/>
              </a:rPr>
              <a:t>int</a:t>
            </a:r>
            <a:r>
              <a:rPr lang="en-US" altLang="en-US" sz="1600" dirty="0" smtClean="0"/>
              <a:t> is the default for whole numbers; </a:t>
            </a:r>
            <a:r>
              <a:rPr lang="en-US" altLang="en-US" sz="1600" b="1" i="1" dirty="0" smtClean="0">
                <a:cs typeface="Arial" panose="020B0604020202090204" pitchFamily="34" charset="0"/>
              </a:rPr>
              <a:t>double</a:t>
            </a:r>
            <a:r>
              <a:rPr lang="en-US" altLang="en-US" sz="1600" dirty="0" smtClean="0"/>
              <a:t> is the default for decimals</a:t>
            </a:r>
            <a:endParaRPr lang="en-US" altLang="en-US" sz="1600" dirty="0" smtClean="0"/>
          </a:p>
          <a:p>
            <a:pPr marL="0" indent="457200">
              <a:buNone/>
            </a:pPr>
            <a:r>
              <a:rPr lang="en-US" altLang="en-US" sz="1600" b="1" i="1" dirty="0" smtClean="0">
                <a:cs typeface="Arial" panose="020B0604020202090204" pitchFamily="34" charset="0"/>
              </a:rPr>
              <a:t>char</a:t>
            </a:r>
            <a:r>
              <a:rPr lang="en-US" altLang="en-US" sz="1600" dirty="0" smtClean="0"/>
              <a:t> stores a single character and uses single quotes 'A' — never double quotes</a:t>
            </a:r>
            <a:endParaRPr lang="en-US" altLang="en-US" sz="1600" dirty="0" smtClean="0"/>
          </a:p>
          <a:p>
            <a:pPr marL="0" indent="457200">
              <a:buNone/>
            </a:pPr>
            <a:r>
              <a:rPr lang="en-US" altLang="en-US" sz="1600" dirty="0" smtClean="0"/>
              <a:t>Wrapper classes (e.g. Integer, Double) wrap primitives so they can be used as objects</a:t>
            </a:r>
            <a:endParaRPr lang="en-US" altLang="en-US" sz="1600" dirty="0" smtClean="0"/>
          </a:p>
          <a:p>
            <a:pPr marL="0" indent="457200">
              <a:buNone/>
            </a:pPr>
            <a:r>
              <a:rPr lang="en-US" altLang="en-US" sz="1600" dirty="0" smtClean="0"/>
              <a:t>The Number class is the superclass of all numeric wrapper types</a:t>
            </a:r>
            <a:endParaRPr lang="en-US" altLang="en-US" sz="1600" dirty="0" smtClean="0"/>
          </a:p>
        </p:txBody>
      </p:sp>
      <p:pic>
        <p:nvPicPr>
          <p:cNvPr id="2" name="Picture 1" descr="Screenshot 2026-04-07 at 11.27.36 AM"/>
          <p:cNvPicPr>
            <a:picLocks noChangeAspect="1"/>
          </p:cNvPicPr>
          <p:nvPr/>
        </p:nvPicPr>
        <p:blipFill>
          <a:blip r:embed="rId3"/>
          <a:stretch>
            <a:fillRect/>
          </a:stretch>
        </p:blipFill>
        <p:spPr>
          <a:xfrm>
            <a:off x="181610" y="303530"/>
            <a:ext cx="5623560" cy="6409690"/>
          </a:xfrm>
          <a:prstGeom prst="rect">
            <a:avLst/>
          </a:prstGeom>
        </p:spPr>
      </p:pic>
      <p:pic>
        <p:nvPicPr>
          <p:cNvPr id="3" name="Picture 2" descr="Screenshot 2026-04-07 at 11.30.23 AM"/>
          <p:cNvPicPr>
            <a:picLocks noChangeAspect="1"/>
          </p:cNvPicPr>
          <p:nvPr/>
        </p:nvPicPr>
        <p:blipFill>
          <a:blip r:embed="rId4"/>
          <a:stretch>
            <a:fillRect/>
          </a:stretch>
        </p:blipFill>
        <p:spPr>
          <a:xfrm>
            <a:off x="6290310" y="4417060"/>
            <a:ext cx="2856865" cy="229616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04</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a:bodyPr>
          <a:lstStyle/>
          <a:p>
            <a:r>
              <a:rPr lang="en-US" altLang="zh-CN" smtClean="0"/>
              <a:t>Arithmetics</a:t>
            </a:r>
            <a:endParaRPr lang="en-US" altLang="zh-CN" smtClean="0"/>
          </a:p>
        </p:txBody>
      </p:sp>
      <p:sp>
        <p:nvSpPr>
          <p:cNvPr id="3" name="文本占位符 2"/>
          <p:cNvSpPr>
            <a:spLocks noGrp="1"/>
          </p:cNvSpPr>
          <p:nvPr>
            <p:ph type="body" idx="1"/>
            <p:custDataLst>
              <p:tags r:id="rId3"/>
            </p:custDataLst>
          </p:nvPr>
        </p:nvSpPr>
        <p:spPr/>
        <p:txBody>
          <a:bodyPr/>
          <a:lstStyle/>
          <a:p>
            <a:r>
              <a:rPr lang="en-US" altLang="zh-CN" smtClean="0"/>
              <a:t>+ - * /</a:t>
            </a:r>
            <a:endParaRPr lang="en-US" altLang="zh-CN" smtClean="0"/>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4-07 at 11.50.03 AM"/>
          <p:cNvPicPr>
            <a:picLocks noChangeAspect="1"/>
          </p:cNvPicPr>
          <p:nvPr/>
        </p:nvPicPr>
        <p:blipFill>
          <a:blip r:embed="rId1"/>
          <a:stretch>
            <a:fillRect/>
          </a:stretch>
        </p:blipFill>
        <p:spPr>
          <a:xfrm>
            <a:off x="6122035" y="154305"/>
            <a:ext cx="6021705" cy="4022090"/>
          </a:xfrm>
          <a:prstGeom prst="rect">
            <a:avLst/>
          </a:prstGeom>
        </p:spPr>
      </p:pic>
      <p:pic>
        <p:nvPicPr>
          <p:cNvPr id="3" name="Picture 2" descr="Screenshot 2026-04-07 at 11.50.09 AM"/>
          <p:cNvPicPr>
            <a:picLocks noChangeAspect="1"/>
          </p:cNvPicPr>
          <p:nvPr/>
        </p:nvPicPr>
        <p:blipFill>
          <a:blip r:embed="rId2"/>
          <a:stretch>
            <a:fillRect/>
          </a:stretch>
        </p:blipFill>
        <p:spPr>
          <a:xfrm>
            <a:off x="7907020" y="4487545"/>
            <a:ext cx="2451100" cy="1574800"/>
          </a:xfrm>
          <a:prstGeom prst="rect">
            <a:avLst/>
          </a:prstGeom>
        </p:spPr>
      </p:pic>
      <p:pic>
        <p:nvPicPr>
          <p:cNvPr id="10" name="Picture 9" descr="Screenshot 2026-04-07 at 11.52.23 AM"/>
          <p:cNvPicPr>
            <a:picLocks noChangeAspect="1"/>
          </p:cNvPicPr>
          <p:nvPr/>
        </p:nvPicPr>
        <p:blipFill>
          <a:blip r:embed="rId3"/>
          <a:stretch>
            <a:fillRect/>
          </a:stretch>
        </p:blipFill>
        <p:spPr>
          <a:xfrm>
            <a:off x="79375" y="154305"/>
            <a:ext cx="6021705" cy="4333240"/>
          </a:xfrm>
          <a:prstGeom prst="rect">
            <a:avLst/>
          </a:prstGeom>
        </p:spPr>
      </p:pic>
      <p:pic>
        <p:nvPicPr>
          <p:cNvPr id="11" name="Picture 10" descr="Screenshot 2026-04-07 at 11.52.30 AM"/>
          <p:cNvPicPr>
            <a:picLocks noChangeAspect="1"/>
          </p:cNvPicPr>
          <p:nvPr/>
        </p:nvPicPr>
        <p:blipFill>
          <a:blip r:embed="rId4"/>
          <a:stretch>
            <a:fillRect/>
          </a:stretch>
        </p:blipFill>
        <p:spPr>
          <a:xfrm>
            <a:off x="1285240" y="4909185"/>
            <a:ext cx="3609975" cy="1382395"/>
          </a:xfrm>
          <a:prstGeom prst="rect">
            <a:avLst/>
          </a:prstGeom>
        </p:spPr>
      </p:pic>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custDataLst>
              <p:tags r:id="rId1"/>
            </p:custDataLst>
          </p:nvPr>
        </p:nvSpPr>
        <p:spPr>
          <a:xfrm>
            <a:off x="2784475" y="2747010"/>
            <a:ext cx="1568450" cy="1523365"/>
          </a:xfrm>
          <a:prstGeom prst="roundRect">
            <a:avLst>
              <a:gd name="adj" fmla="val 29845"/>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sz="6600" dirty="0">
                <a:solidFill>
                  <a:schemeClr val="tx1">
                    <a:lumMod val="85000"/>
                    <a:lumOff val="15000"/>
                  </a:schemeClr>
                </a:solidFill>
                <a:latin typeface="Arial" panose="020B0604020202090204" pitchFamily="34" charset="0"/>
                <a:ea typeface="Arial" panose="020B0604020202090204" pitchFamily="34" charset="0"/>
              </a:rPr>
              <a:t>05</a:t>
            </a:r>
            <a:endParaRPr lang="en-US" altLang="zh-CN" sz="6600" dirty="0">
              <a:solidFill>
                <a:schemeClr val="tx1">
                  <a:lumMod val="85000"/>
                  <a:lumOff val="15000"/>
                </a:schemeClr>
              </a:solidFill>
              <a:latin typeface="Arial" panose="020B0604020202090204" pitchFamily="34" charset="0"/>
              <a:ea typeface="Arial" panose="020B0604020202090204" pitchFamily="34" charset="0"/>
            </a:endParaRPr>
          </a:p>
        </p:txBody>
      </p:sp>
      <p:sp>
        <p:nvSpPr>
          <p:cNvPr id="2" name="标题 1"/>
          <p:cNvSpPr>
            <a:spLocks noGrp="1"/>
          </p:cNvSpPr>
          <p:nvPr>
            <p:ph type="title"/>
            <p:custDataLst>
              <p:tags r:id="rId2"/>
            </p:custDataLst>
          </p:nvPr>
        </p:nvSpPr>
        <p:spPr/>
        <p:txBody>
          <a:bodyPr>
            <a:normAutofit fontScale="90000"/>
          </a:bodyPr>
          <a:lstStyle/>
          <a:p>
            <a:r>
              <a:rPr lang="en-US" altLang="en-US" smtClean="0"/>
              <a:t>Type Casting (Conversion)</a:t>
            </a:r>
            <a:endParaRPr lang="en-US" altLang="en-US" smtClean="0"/>
          </a:p>
        </p:txBody>
      </p:sp>
      <p:sp>
        <p:nvSpPr>
          <p:cNvPr id="3" name="文本占位符 2"/>
          <p:cNvSpPr>
            <a:spLocks noGrp="1"/>
          </p:cNvSpPr>
          <p:nvPr>
            <p:ph type="body" idx="1"/>
            <p:custDataLst>
              <p:tags r:id="rId3"/>
            </p:custDataLst>
          </p:nvPr>
        </p:nvSpPr>
        <p:spPr/>
        <p:txBody>
          <a:bodyPr/>
          <a:lstStyle/>
          <a:p>
            <a:r>
              <a:rPr lang="en-US" altLang="zh-CN" smtClean="0"/>
              <a:t>324.545  --&gt;  324</a:t>
            </a:r>
            <a:endParaRPr lang="en-US" altLang="zh-CN" smtClean="0"/>
          </a:p>
          <a:p>
            <a:r>
              <a:rPr lang="en-US" altLang="zh-CN" smtClean="0">
                <a:sym typeface="+mn-ea"/>
              </a:rPr>
              <a:t>324</a:t>
            </a:r>
            <a:r>
              <a:rPr lang="en-US" altLang="zh-CN" smtClean="0">
                <a:sym typeface="+mn-ea"/>
              </a:rPr>
              <a:t>  --&gt;  </a:t>
            </a:r>
            <a:r>
              <a:rPr lang="en-US" altLang="zh-CN" smtClean="0">
                <a:sym typeface="+mn-ea"/>
              </a:rPr>
              <a:t>324.545</a:t>
            </a:r>
            <a:endParaRPr lang="en-US" altLang="zh-CN" smtClean="0"/>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a:xfrm>
            <a:off x="13335" y="334010"/>
            <a:ext cx="5065395" cy="882015"/>
          </a:xfrm>
        </p:spPr>
        <p:txBody>
          <a:bodyPr>
            <a:normAutofit fontScale="90000"/>
          </a:bodyPr>
          <a:lstStyle/>
          <a:p>
            <a:r>
              <a:rPr lang="en-US" altLang="en-US" sz="2800" dirty="0" smtClean="0"/>
              <a:t>Type Casting (Conversion)</a:t>
            </a:r>
            <a:endParaRPr lang="en-US" altLang="en-US" sz="2800" dirty="0" smtClean="0"/>
          </a:p>
        </p:txBody>
      </p:sp>
      <p:sp>
        <p:nvSpPr>
          <p:cNvPr id="5" name="文本占位符 4"/>
          <p:cNvSpPr>
            <a:spLocks noGrp="1"/>
          </p:cNvSpPr>
          <p:nvPr>
            <p:ph type="body" sz="quarter" idx="13"/>
            <p:custDataLst>
              <p:tags r:id="rId2"/>
            </p:custDataLst>
          </p:nvPr>
        </p:nvSpPr>
        <p:spPr>
          <a:xfrm>
            <a:off x="163195" y="1216025"/>
            <a:ext cx="5064760" cy="5386705"/>
          </a:xfrm>
        </p:spPr>
        <p:txBody>
          <a:bodyPr>
            <a:noAutofit/>
          </a:bodyPr>
          <a:lstStyle/>
          <a:p>
            <a:pPr marL="0" indent="457200">
              <a:lnSpc>
                <a:spcPct val="100000"/>
              </a:lnSpc>
              <a:buNone/>
            </a:pPr>
            <a:r>
              <a:rPr lang="en-US" altLang="en-US" sz="2000" dirty="0" smtClean="0"/>
              <a:t>Widening (implicit): smaller type to larger type, done automatically by the compiler, no data loss</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Hierarchy: byte → short → int → long → float → double</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Narrowing (explicit): larger type → smaller type, done manually by the programmer using (type)</a:t>
            </a:r>
            <a:endParaRPr lang="en-US" altLang="en-US" sz="2000" dirty="0" smtClean="0"/>
          </a:p>
          <a:p>
            <a:pPr marL="0" indent="457200">
              <a:lnSpc>
                <a:spcPct val="100000"/>
              </a:lnSpc>
              <a:buNone/>
            </a:pPr>
            <a:endParaRPr lang="en-US" altLang="en-US" sz="2000" dirty="0" smtClean="0"/>
          </a:p>
          <a:p>
            <a:pPr marL="0" indent="457200">
              <a:lnSpc>
                <a:spcPct val="100000"/>
              </a:lnSpc>
              <a:buNone/>
            </a:pPr>
            <a:r>
              <a:rPr lang="en-US" altLang="en-US" sz="2000" dirty="0" smtClean="0"/>
              <a:t>May cause data loss...</a:t>
            </a:r>
            <a:endParaRPr lang="en-US" altLang="en-US" sz="2000" dirty="0" smtClean="0"/>
          </a:p>
        </p:txBody>
      </p:sp>
      <p:pic>
        <p:nvPicPr>
          <p:cNvPr id="10" name="Picture 9" descr="Screenshot 2026-04-07 at 11.45.09 AM"/>
          <p:cNvPicPr>
            <a:picLocks noChangeAspect="1"/>
          </p:cNvPicPr>
          <p:nvPr/>
        </p:nvPicPr>
        <p:blipFill>
          <a:blip r:embed="rId3"/>
          <a:stretch>
            <a:fillRect/>
          </a:stretch>
        </p:blipFill>
        <p:spPr>
          <a:xfrm>
            <a:off x="5227955" y="464820"/>
            <a:ext cx="6096000" cy="3556000"/>
          </a:xfrm>
          <a:prstGeom prst="rect">
            <a:avLst/>
          </a:prstGeom>
        </p:spPr>
      </p:pic>
      <p:pic>
        <p:nvPicPr>
          <p:cNvPr id="11" name="Picture 10" descr="Screenshot 2026-04-07 at 11.45.15 AM"/>
          <p:cNvPicPr>
            <a:picLocks noChangeAspect="1"/>
          </p:cNvPicPr>
          <p:nvPr/>
        </p:nvPicPr>
        <p:blipFill>
          <a:blip r:embed="rId4"/>
          <a:stretch>
            <a:fillRect/>
          </a:stretch>
        </p:blipFill>
        <p:spPr>
          <a:xfrm>
            <a:off x="5227955" y="4551680"/>
            <a:ext cx="2921000" cy="1828800"/>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 [1]</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Why does Java have so many number types instead of just one?</a:t>
            </a:r>
            <a:endParaRPr lang="en-US" altLang="en-US" sz="2800" dirty="0" smtClean="0"/>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To save memory. A byte uses 8 bits, an int uses 32 bits. If you only need a small number, why waste space?</a:t>
            </a:r>
            <a:endParaRPr lang="en-US" altLang="en-US" sz="2800" dirty="0" smtClean="0"/>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 [2]</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What do all these types (int, double, float…) eventually become for the computer?</a:t>
            </a:r>
            <a:endParaRPr lang="en-US" altLang="en-US" sz="2800" dirty="0" smtClean="0"/>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FAF5"/>
        </a:solidFill>
        <a:effectLst/>
      </p:bgPr>
    </p:bg>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1281600" y="764695"/>
            <a:ext cx="9626400" cy="723600"/>
          </a:xfrm>
        </p:spPr>
        <p:txBody>
          <a:bodyPr>
            <a:normAutofit/>
          </a:bodyPr>
          <a:lstStyle/>
          <a:p>
            <a:pPr algn="ctr"/>
            <a:r>
              <a:rPr lang="en-US" altLang="zh-CN" smtClean="0">
                <a:solidFill>
                  <a:schemeClr val="tx1">
                    <a:lumMod val="85000"/>
                    <a:lumOff val="15000"/>
                  </a:schemeClr>
                </a:solidFill>
              </a:rPr>
              <a:t>Q &amp; A</a:t>
            </a:r>
            <a:endParaRPr lang="en-US" altLang="zh-CN" smtClean="0">
              <a:solidFill>
                <a:schemeClr val="tx1">
                  <a:lumMod val="85000"/>
                  <a:lumOff val="15000"/>
                </a:schemeClr>
              </a:solidFill>
            </a:endParaRPr>
          </a:p>
        </p:txBody>
      </p:sp>
      <p:sp>
        <p:nvSpPr>
          <p:cNvPr id="4" name="内容占位符 3"/>
          <p:cNvSpPr>
            <a:spLocks noGrp="1"/>
          </p:cNvSpPr>
          <p:nvPr>
            <p:ph sz="quarter" idx="13"/>
            <p:custDataLst>
              <p:tags r:id="rId2"/>
            </p:custDataLst>
          </p:nvPr>
        </p:nvSpPr>
        <p:spPr>
          <a:xfrm>
            <a:off x="1281430" y="2163445"/>
            <a:ext cx="9626600" cy="1798955"/>
          </a:xfrm>
        </p:spPr>
        <p:txBody>
          <a:bodyPr>
            <a:normAutofit/>
          </a:bodyPr>
          <a:lstStyle/>
          <a:p>
            <a:pPr marL="0" indent="0" algn="ctr">
              <a:buNone/>
            </a:pPr>
            <a:r>
              <a:rPr lang="en-US" altLang="en-US" sz="2800" dirty="0" smtClean="0"/>
              <a:t>They all become </a:t>
            </a:r>
            <a:r>
              <a:rPr lang="en-US" altLang="en-US" sz="2800" b="1" dirty="0" smtClean="0">
                <a:cs typeface="Arial" panose="020B0604020202090204" pitchFamily="34" charset="0"/>
              </a:rPr>
              <a:t>binary</a:t>
            </a:r>
            <a:r>
              <a:rPr lang="en-US" altLang="en-US" sz="2800" dirty="0" smtClean="0"/>
              <a:t> (0s and 1s)</a:t>
            </a:r>
            <a:endParaRPr lang="en-US" altLang="en-US" sz="2800" dirty="0" smtClean="0"/>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en-US" altLang="zh-CN" dirty="0" smtClean="0"/>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UNIT_TYPE" val="i"/>
  <p:tag name="KSO_WM_UNIT_INDEX" val="1"/>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2"/>
  <p:tag name="KSO_WM_UNIT_LAYERLEVEL" val="1"/>
  <p:tag name="KSO_WM_TAG_VERSION" val="1.0"/>
  <p:tag name="KSO_WM_BEAUTIFY_FLAG" val="#wm#"/>
  <p:tag name="KSO_WM_UNIT_TYPE" val="i"/>
  <p:tag name="KSO_WM_UNIT_INDEX" val="2"/>
  <p:tag name="KSO_WM_SLIDE_BACKGROUND_TYPE" val="general"/>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3"/>
  <p:tag name="KSO_WM_UNIT_LAYERLEVEL" val="1"/>
  <p:tag name="KSO_WM_TAG_VERSION" val="1.0"/>
  <p:tag name="KSO_WM_BEAUTIFY_FLAG" val="#wm#"/>
  <p:tag name="KSO_WM_UNIT_TYPE" val="i"/>
  <p:tag name="KSO_WM_UNIT_INDEX" val="3"/>
  <p:tag name="KSO_WM_SLIDE_BACKGROUND_TYPE" val="frame"/>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SLIDE_BACKGROUND_TYPE" val="leftRight"/>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2"/>
  <p:tag name="KSO_WM_UNIT_LAYERLEVEL" val="1"/>
  <p:tag name="KSO_WM_TAG_VERSION" val="1.0"/>
  <p:tag name="KSO_WM_BEAUTIFY_FLAG" val="#wm#"/>
  <p:tag name="KSO_WM_UNIT_TYPE" val="i"/>
  <p:tag name="KSO_WM_UNIT_INDEX" val="2"/>
  <p:tag name="KSO_WM_SLIDE_BACKGROUND_TYPE" val="leftRight"/>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SLIDE_BACKGROUND_TYPE" val="topBottom"/>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2"/>
  <p:tag name="KSO_WM_UNIT_LAYERLEVEL" val="1"/>
  <p:tag name="KSO_WM_TAG_VERSION" val="1.0"/>
  <p:tag name="KSO_WM_BEAUTIFY_FLAG" val="#wm#"/>
  <p:tag name="KSO_WM_UNIT_TYPE" val="i"/>
  <p:tag name="KSO_WM_UNIT_INDEX" val="2"/>
  <p:tag name="KSO_WM_SLIDE_BACKGROUND_TYPE" val="topBottom"/>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11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SLIDE_BACKGROUND_TYPE" val="bottomTop"/>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 name="KSO_WM_SLIDE_BACKGROUND_TYPE" val="bottomTop"/>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SLIDE_BACKGROUND_TYPE" val="navigation"/>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2"/>
  <p:tag name="KSO_WM_UNIT_LAYERLEVEL" val="1"/>
  <p:tag name="KSO_WM_TAG_VERSION" val="1.0"/>
  <p:tag name="KSO_WM_BEAUTIFY_FLAG" val="#wm#"/>
  <p:tag name="KSO_WM_UNIT_TYPE" val="i"/>
  <p:tag name="KSO_WM_UNIT_INDEX" val="2"/>
  <p:tag name="KSO_WM_SLIDE_BACKGROUND_TYPE" val="navigation"/>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8"/>
  <p:tag name="KSO_WM_UNIT_LAYERLEVEL" val="1"/>
  <p:tag name="KSO_WM_TAG_VERSION" val="1.0"/>
  <p:tag name="KSO_WM_BEAUTIFY_FLAG" val="#wm#"/>
  <p:tag name="KSO_WM_UNIT_TYPE" val="i"/>
  <p:tag name="KSO_WM_UNIT_INDEX" val="8"/>
  <p:tag name="KSO_WM_SLIDE_BACKGROUND_TYPE" val="belt"/>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8"/>
  <p:tag name="KSO_WM_UNIT_LAYERLEVEL" val="1"/>
  <p:tag name="KSO_WM_TAG_VERSION" val="1.0"/>
  <p:tag name="KSO_WM_BEAUTIFY_FLAG" val="#wm#"/>
  <p:tag name="KSO_WM_UNIT_TYPE" val="i"/>
  <p:tag name="KSO_WM_UNIT_INDEX" val="8"/>
  <p:tag name="KSO_WM_SLIDE_BACKGROUND_TYPE" val="belt"/>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2588"/>
</p:tagLst>
</file>

<file path=ppt/tags/tag141.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202588"/>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5.xml><?xml version="1.0" encoding="utf-8"?>
<p:tagLst xmlns:p="http://schemas.openxmlformats.org/presentationml/2006/main">
  <p:tag name="KSO_WM_TEMPLATE_THUMBS_INDEX" val="1、3、7、15"/>
  <p:tag name="KSO_WM_TEMPLATE_SUBCATEGORY" val="0"/>
  <p:tag name="KSO_WM_TAG_VERSION" val="1.0"/>
  <p:tag name="KSO_WM_BEAUTIFY_FLAG" val="#wm#"/>
  <p:tag name="KSO_WM_TEMPLATE_CATEGORY" val="custom"/>
  <p:tag name="KSO_WM_TEMPLATE_INDEX" val="20202588"/>
  <p:tag name="KSO_WM_TEMPLATE_MASTER_TYPE" val="1"/>
  <p:tag name="KSO_WM_TEMPLATE_COLOR_TYPE" val="1"/>
  <p:tag name="KSO_WM_TEMPLATE_MASTER_THUMB_INDEX" val="18"/>
  <p:tag name="KSO_WM_UNIT_SHOW_EDIT_AREA_INDICATION" val="0"/>
</p:tagLst>
</file>

<file path=ppt/tags/tag146.xml><?xml version="1.0" encoding="utf-8"?>
<p:tagLst xmlns:p="http://schemas.openxmlformats.org/presentationml/2006/main">
  <p:tag name="KSO_WM_UNIT_ISCONTENTS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2588_1*a*1"/>
  <p:tag name="KSO_WM_TEMPLATE_CATEGORY" val="custom"/>
  <p:tag name="KSO_WM_TEMPLATE_INDEX" val="20202588"/>
  <p:tag name="KSO_WM_UNIT_LAYERLEVEL" val="1"/>
  <p:tag name="KSO_WM_TAG_VERSION" val="1.0"/>
  <p:tag name="KSO_WM_BEAUTIFY_FLAG" val="#wm#"/>
  <p:tag name="KSO_WM_UNIT_PRESET_TEXT" val="FRESH _x000B_WORK SUMMARY"/>
</p:tagLst>
</file>

<file path=ppt/tags/tag147.xml><?xml version="1.0" encoding="utf-8"?>
<p:tagLst xmlns:p="http://schemas.openxmlformats.org/presentationml/2006/main">
  <p:tag name="KSO_WM_UNIT_ISCONTENTSTITLE" val="0"/>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588_1*b*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48.xml><?xml version="1.0" encoding="utf-8"?>
<p:tagLst xmlns:p="http://schemas.openxmlformats.org/presentationml/2006/main">
  <p:tag name="KSO_WM_UNIT_ISCONTENTSTITLE" val="0"/>
  <p:tag name="KSO_WM_UNIT_NOCLEAR" val="0"/>
  <p:tag name="KSO_WM_UNIT_VALUE" val="23"/>
  <p:tag name="KSO_WM_UNIT_HIGHLIGHT" val="0"/>
  <p:tag name="KSO_WM_UNIT_COMPATIBLE" val="0"/>
  <p:tag name="KSO_WM_UNIT_DIAGRAM_ISNUMVISUAL" val="0"/>
  <p:tag name="KSO_WM_UNIT_DIAGRAM_ISREFERUNIT" val="0"/>
  <p:tag name="KSO_WM_UNIT_TYPE" val="b"/>
  <p:tag name="KSO_WM_UNIT_INDEX" val="1"/>
  <p:tag name="KSO_WM_UNIT_ID" val="custom20202588_1*b*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49.xml><?xml version="1.0" encoding="utf-8"?>
<p:tagLst xmlns:p="http://schemas.openxmlformats.org/presentationml/2006/main">
  <p:tag name="KSO_WM_TEMPLATE_THUMBS_INDEX" val="1、3、7、15"/>
  <p:tag name="KSO_WM_SLIDE_ID" val="custom2020258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88"/>
  <p:tag name="KSO_WM_SLIDE_LAYOUT" val="a_b"/>
  <p:tag name="KSO_WM_SLIDE_LAYOUT_CNT" val="1_1"/>
  <p:tag name="KSO_WM_TEMPLATE_MASTER_TYPE" val="1"/>
  <p:tag name="KSO_WM_TEMPLATE_COLOR_TYPE" val="1"/>
  <p:tag name="KSO_WM_TEMPLATE_MASTER_THUMB_INDEX" val="1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53.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54.xml><?xml version="1.0" encoding="utf-8"?>
<p:tagLst xmlns:p="http://schemas.openxmlformats.org/presentationml/2006/main">
  <p:tag name="KSO_WM_UNIT_NOCLEAR" val="0"/>
  <p:tag name="KSO_WM_UNIT_VALUE" val="141"/>
  <p:tag name="KSO_WM_UNIT_HIGHLIGHT" val="0"/>
  <p:tag name="KSO_WM_UNIT_COMPATIBLE" val="0"/>
  <p:tag name="KSO_WM_UNIT_DIAGRAM_ISNUMVISUAL" val="0"/>
  <p:tag name="KSO_WM_UNIT_DIAGRAM_ISREFERUNIT" val="0"/>
  <p:tag name="KSO_WM_UNIT_TYPE" val="f"/>
  <p:tag name="KSO_WM_UNIT_INDEX" val="1"/>
  <p:tag name="KSO_WM_UNIT_ID" val="custom20202588_8*f*1"/>
  <p:tag name="KSO_WM_TEMPLATE_CATEGORY" val="custom"/>
  <p:tag name="KSO_WM_TEMPLATE_INDEX" val="20202588"/>
  <p:tag name="KSO_WM_UNIT_LAYERLEVEL" val="1"/>
  <p:tag name="KSO_WM_TAG_VERSION" val="1.0"/>
  <p:tag name="KSO_WM_BEAUTIFY_FLAG" val="#wm#"/>
  <p:tag name="KSO_WM_UNIT_PRESET_TEXT" val="Click here to add the text, the text is the extraction of your thought, please try to explain your point of view as succinctly as possible."/>
</p:tagLst>
</file>

<file path=ppt/tags/tag155.xml><?xml version="1.0" encoding="utf-8"?>
<p:tagLst xmlns:p="http://schemas.openxmlformats.org/presentationml/2006/main">
  <p:tag name="KSO_WM_UNIT_ISCONTENTS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588_8*a*1"/>
  <p:tag name="KSO_WM_TEMPLATE_CATEGORY" val="custom"/>
  <p:tag name="KSO_WM_TEMPLATE_INDEX" val="20202588"/>
  <p:tag name="KSO_WM_UNIT_LAYERLEVEL" val="1"/>
  <p:tag name="KSO_WM_TAG_VERSION" val="1.0"/>
  <p:tag name="KSO_WM_BEAUTIFY_FLAG" val="#wm#"/>
  <p:tag name="KSO_WM_UNIT_PRESET_TEXT" val="Click here to add to the title"/>
</p:tagLst>
</file>

<file path=ppt/tags/tag156.xml><?xml version="1.0" encoding="utf-8"?>
<p:tagLst xmlns:p="http://schemas.openxmlformats.org/presentationml/2006/main">
  <p:tag name="KSO_WM_SLIDE_ID" val="custom20202588_8"/>
  <p:tag name="KSO_WM_TEMPLATE_SUBCATEGORY" val="0"/>
  <p:tag name="KSO_WM_SLIDE_TYPE" val="text"/>
  <p:tag name="KSO_WM_SLIDE_SUBTYPE" val="picTxt"/>
  <p:tag name="KSO_WM_SLIDE_ITEM_CNT" val="0"/>
  <p:tag name="KSO_WM_SLIDE_INDEX" val="8"/>
  <p:tag name="KSO_WM_SLIDE_SIZE" val="864*443"/>
  <p:tag name="KSO_WM_SLIDE_POSITION" val="47*48"/>
  <p:tag name="KSO_WM_TAG_VERSION" val="1.0"/>
  <p:tag name="KSO_WM_BEAUTIFY_FLAG" val="#wm#"/>
  <p:tag name="KSO_WM_TEMPLATE_CATEGORY" val="custom"/>
  <p:tag name="KSO_WM_TEMPLATE_INDEX" val="20202588"/>
  <p:tag name="KSO_WM_SLIDE_LAYOUT" val="a_d_f"/>
  <p:tag name="KSO_WM_SLIDE_LAYOUT_CNT" val="1_1_1"/>
  <p:tag name="KSO_WM_TEMPLATE_MASTER_TYPE" val="1"/>
  <p:tag name="KSO_WM_TEMPLATE_COLOR_TYPE"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60.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63.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67.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70.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74.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75.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e*1"/>
  <p:tag name="KSO_WM_TEMPLATE_CATEGORY" val="custom"/>
  <p:tag name="KSO_WM_TEMPLATE_INDEX" val="20202588"/>
  <p:tag name="KSO_WM_UNIT_LAYERLEVEL" val="1"/>
  <p:tag name="KSO_WM_TAG_VERSION" val="1.0"/>
  <p:tag name="KSO_WM_BEAUTIFY_FLAG" val="#wm#"/>
  <p:tag name="KSO_WM_UNIT_ISCONTENTSTITLE" val="0"/>
  <p:tag name="KSO_WM_UNIT_PRESET_TEXT" val="01"/>
  <p:tag name="KSO_WM_UNIT_NOCLEAR" val="0"/>
  <p:tag name="KSO_WM_UNIT_VALUE" val="1"/>
  <p:tag name="KSO_WM_UNIT_TYPE" val="e"/>
  <p:tag name="KSO_WM_UNIT_INDEX"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10"/>
  <p:tag name="KSO_WM_UNIT_TYPE" val="a"/>
  <p:tag name="KSO_WM_UNIT_INDEX" val="1"/>
  <p:tag name="KSO_WM_UNIT_PRESET_TEXT" val="Click here to add to the title"/>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7*b*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66"/>
  <p:tag name="KSO_WM_UNIT_TYPE" val="b"/>
  <p:tag name="KSO_WM_UNIT_INDEX" val="1"/>
  <p:tag name="KSO_WM_UNIT_PRESET_TEXT" val="Click here to add the text, and please try to explain the point of view as succinctly as possible."/>
</p:tagLst>
</file>

<file path=ppt/tags/tag179.xml><?xml version="1.0" encoding="utf-8"?>
<p:tagLst xmlns:p="http://schemas.openxmlformats.org/presentationml/2006/main">
  <p:tag name="KSO_WM_BEAUTIFY_FLAG" val="#wm#"/>
  <p:tag name="KSO_WM_TEMPLATE_CATEGORY" val="custom"/>
  <p:tag name="KSO_WM_TEMPLATE_INDEX" val="20202588"/>
  <p:tag name="KSO_WM_SLIDE_ID" val="custom20202588_7"/>
  <p:tag name="KSO_WM_TEMPLATE_SUBCATEGORY" val="0"/>
  <p:tag name="KSO_WM_TEMPLATE_MASTER_TYPE" val="1"/>
  <p:tag name="KSO_WM_TEMPLATE_COLOR_TYPE" val="1"/>
  <p:tag name="KSO_WM_SLIDE_ITEM_CNT" val="0"/>
  <p:tag name="KSO_WM_SLIDE_INDEX" val="7"/>
  <p:tag name="KSO_WM_TAG_VERSION" val="1.0"/>
  <p:tag name="KSO_WM_SLIDE_TYPE" val="sectionTitle"/>
  <p:tag name="KSO_WM_SLIDE_SUBTYPE" val="pureTxt"/>
  <p:tag name="KSO_WM_SLIDE_LAYOUT" val="a_b_e"/>
  <p:tag name="KSO_WM_SLIDE_LAYOUT_CNT" val="1_1_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a*1"/>
  <p:tag name="KSO_WM_TEMPLATE_CATEGORY" val="custom"/>
  <p:tag name="KSO_WM_TEMPLATE_INDEX" val="20202588"/>
  <p:tag name="KSO_WM_UNIT_LAYERLEVEL" val="1"/>
  <p:tag name="KSO_WM_TAG_VERSION" val="1.0"/>
  <p:tag name="KSO_WM_BEAUTIFY_FLAG" val="#wm#"/>
  <p:tag name="KSO_WM_UNIT_ISCONTENTSTITLE" val="0"/>
  <p:tag name="KSO_WM_UNIT_PRESET_TEXT" val="Enter title"/>
  <p:tag name="KSO_WM_UNIT_NOCLEAR" val="0"/>
  <p:tag name="KSO_WM_UNIT_VALUE" val="10"/>
  <p:tag name="KSO_WM_UNIT_TYPE" val="a"/>
  <p:tag name="KSO_WM_UNIT_INDEX"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0*f*1"/>
  <p:tag name="KSO_WM_TEMPLATE_CATEGORY" val="custom"/>
  <p:tag name="KSO_WM_TEMPLATE_INDEX" val="20202588"/>
  <p:tag name="KSO_WM_UNIT_LAYERLEVEL" val="1"/>
  <p:tag name="KSO_WM_TAG_VERSION" val="1.0"/>
  <p:tag name="KSO_WM_BEAUTIFY_FLAG" val="#wm#"/>
  <p:tag name="KSO_WM_UNIT_NOCLEAR" val="0"/>
  <p:tag name="KSO_WM_UNIT_VALUE" val="216"/>
  <p:tag name="KSO_WM_UNIT_TYPE" val="f"/>
  <p:tag name="KSO_WM_UNIT_INDEX" val="1"/>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Lst>
</file>

<file path=ppt/tags/tag182.xml><?xml version="1.0" encoding="utf-8"?>
<p:tagLst xmlns:p="http://schemas.openxmlformats.org/presentationml/2006/main">
  <p:tag name="KSO_WM_SLIDE_ID" val="custom20202588_10"/>
  <p:tag name="KSO_WM_TEMPLATE_SUBCATEGORY" val="0"/>
  <p:tag name="KSO_WM_SLIDE_ITEM_CNT" val="0"/>
  <p:tag name="KSO_WM_SLIDE_INDEX" val="10"/>
  <p:tag name="KSO_WM_TAG_VERSION" val="1.0"/>
  <p:tag name="KSO_WM_BEAUTIFY_FLAG" val="#wm#"/>
  <p:tag name="KSO_WM_TEMPLATE_CATEGORY" val="custom"/>
  <p:tag name="KSO_WM_TEMPLATE_INDEX" val="20202588"/>
  <p:tag name="KSO_WM_SLIDE_TYPE" val="text"/>
  <p:tag name="KSO_WM_SLIDE_SUBTYPE" val="picTxt"/>
  <p:tag name="KSO_WM_SLIDE_SIZE" val="866*400"/>
  <p:tag name="KSO_WM_SLIDE_POSITION" val="45*60"/>
  <p:tag name="KSO_WM_SLIDE_LAYOUT" val="a_d_f"/>
  <p:tag name="KSO_WM_SLIDE_LAYOUT_CNT" val="1_1_1"/>
  <p:tag name="KSO_WM_TEMPLATE_MASTER_TYPE" val="1"/>
  <p:tag name="KSO_WM_TEMPLATE_COLOR_TYPE"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85.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88.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91.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a*1"/>
  <p:tag name="KSO_WM_TEMPLATE_CATEGORY" val="custom"/>
  <p:tag name="KSO_WM_TEMPLATE_INDEX" val="20202588"/>
  <p:tag name="KSO_WM_UNIT_LAYERLEVEL" val="1"/>
  <p:tag name="KSO_WM_TAG_VERSION" val="1.0"/>
  <p:tag name="KSO_WM_BEAUTIFY_FLAG" val="#wm#"/>
  <p:tag name="KSO_WM_UNIT_ISCONTENTSTITLE" val="0"/>
  <p:tag name="KSO_WM_UNIT_NOCLEAR" val="0"/>
  <p:tag name="KSO_WM_UNIT_VALUE" val="26"/>
  <p:tag name="KSO_WM_UNIT_TYPE" val="a"/>
  <p:tag name="KSO_WM_UNIT_INDEX" val="1"/>
  <p:tag name="KSO_WM_UNIT_PRESET_TEXT" val="Click here to add to the title"/>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9*f*1"/>
  <p:tag name="KSO_WM_TEMPLATE_CATEGORY" val="custom"/>
  <p:tag name="KSO_WM_TEMPLATE_INDEX" val="20202588"/>
  <p:tag name="KSO_WM_UNIT_LAYERLEVEL" val="1"/>
  <p:tag name="KSO_WM_TAG_VERSION" val="1.0"/>
  <p:tag name="KSO_WM_BEAUTIFY_FLAG" val="#wm#"/>
  <p:tag name="KSO_WM_UNIT_PRESET_TEXT" val="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13;If your content is really important and difficult to streamline, use segmentation to simply sort and refine the content, which will make the logical framework relatively clear. In order to make you have a more intuitive feeling of the number of words, and further easy to use, we have set the maximum text, when you enter here, is on the verge of the upper limit of the content of the page, if there is more content, please reduce the font size as appropriate, but we do not recommend that your text font size is less than 14 pounds, please be sure to pay attention."/>
  <p:tag name="KSO_WM_UNIT_NOCLEAR" val="0"/>
  <p:tag name="KSO_WM_UNIT_VALUE" val="460"/>
  <p:tag name="KSO_WM_UNIT_TYPE" val="f"/>
  <p:tag name="KSO_WM_UNIT_INDEX" val="1"/>
</p:tagLst>
</file>

<file path=ppt/tags/tag194.xml><?xml version="1.0" encoding="utf-8"?>
<p:tagLst xmlns:p="http://schemas.openxmlformats.org/presentationml/2006/main">
  <p:tag name="KSO_WM_SLIDE_ID" val="custom20202588_9"/>
  <p:tag name="KSO_WM_TEMPLATE_SUBCATEGORY" val="0"/>
  <p:tag name="KSO_WM_SLIDE_ITEM_CNT" val="0"/>
  <p:tag name="KSO_WM_SLIDE_INDEX" val="9"/>
  <p:tag name="KSO_WM_TAG_VERSION" val="1.0"/>
  <p:tag name="KSO_WM_BEAUTIFY_FLAG" val="#wm#"/>
  <p:tag name="KSO_WM_TEMPLATE_CATEGORY" val="custom"/>
  <p:tag name="KSO_WM_TEMPLATE_INDEX" val="20202588"/>
  <p:tag name="KSO_WM_SLIDE_TYPE" val="text"/>
  <p:tag name="KSO_WM_SLIDE_SUBTYPE" val="pureTxt"/>
  <p:tag name="KSO_WM_SLIDE_SIZE" val="758*343"/>
  <p:tag name="KSO_WM_SLIDE_POSITION" val="100*98"/>
  <p:tag name="KSO_WM_SLIDE_LAYOUT" val="a_f"/>
  <p:tag name="KSO_WM_SLIDE_LAYOUT_CNT" val="1_1"/>
  <p:tag name="KSO_WM_TEMPLATE_MASTER_TYPE" val="1"/>
  <p:tag name="KSO_WM_TEMPLATE_COLOR_TYPE"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588_15*a*1"/>
  <p:tag name="KSO_WM_TEMPLATE_CATEGORY" val="custom"/>
  <p:tag name="KSO_WM_TEMPLATE_INDEX" val="20202588"/>
  <p:tag name="KSO_WM_UNIT_LAYERLEVEL" val="1"/>
  <p:tag name="KSO_WM_TAG_VERSION" val="1.0"/>
  <p:tag name="KSO_WM_BEAUTIFY_FLAG" val="#wm#"/>
  <p:tag name="KSO_WM_UNIT_ISCONTENTSTITLE" val="0"/>
  <p:tag name="KSO_WM_UNIT_NOCLEAR" val="1"/>
  <p:tag name="KSO_WM_UNIT_TYPE" val="a"/>
  <p:tag name="KSO_WM_UNIT_INDEX" val="1"/>
  <p:tag name="KSO_WM_UNIT_PRESET_TEXT" val="谢谢聆听"/>
</p:tagLst>
</file>

<file path=ppt/tags/tag196.xml><?xml version="1.0" encoding="utf-8"?>
<p:tagLst xmlns:p="http://schemas.openxmlformats.org/presentationml/2006/main">
  <p:tag name="KSO_WM_BEAUTIFY_FLAG" val="#wm#"/>
  <p:tag name="KSO_WM_TEMPLATE_CATEGORY" val="custom"/>
  <p:tag name="KSO_WM_TEMPLATE_INDEX" val="20202588"/>
  <p:tag name="KSO_WM_SLIDE_ID" val="custom20202588_15"/>
  <p:tag name="KSO_WM_TEMPLATE_SUBCATEGORY" val="0"/>
  <p:tag name="KSO_WM_TEMPLATE_MASTER_TYPE" val="1"/>
  <p:tag name="KSO_WM_TEMPLATE_COLOR_TYPE" val="1"/>
  <p:tag name="KSO_WM_SLIDE_ITEM_CNT" val="0"/>
  <p:tag name="KSO_WM_SLIDE_INDEX" val="15"/>
  <p:tag name="KSO_WM_TAG_VERSION" val="1.0"/>
  <p:tag name="KSO_WM_SLIDE_TYPE" val="endPage"/>
  <p:tag name="KSO_WM_SLIDE_SUBTYPE" val="pureTxt"/>
  <p:tag name="KSO_WM_SLIDE_LAYOUT" val="a"/>
  <p:tag name="KSO_WM_SLIDE_LAYOUT_CNT" val="1"/>
</p:tagLst>
</file>

<file path=ppt/theme/theme1.xml><?xml version="1.0" encoding="utf-8"?>
<a:theme xmlns:a="http://schemas.openxmlformats.org/drawingml/2006/main" name="Office Theme">
  <a:themeElements>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2.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3.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4.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5.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6.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7.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8.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9.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0.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1.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2.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3.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4.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5.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ppt/theme/themeOverride16.xml><?xml version="1.0" encoding="utf-8"?>
<a:themeOverride xmlns:a="http://schemas.openxmlformats.org/drawingml/2006/main">
  <a:clrScheme name="自定义 44">
    <a:dk1>
      <a:srgbClr val="000000"/>
    </a:dk1>
    <a:lt1>
      <a:srgbClr val="FFFFFF"/>
    </a:lt1>
    <a:dk2>
      <a:srgbClr val="EAF9F4"/>
    </a:dk2>
    <a:lt2>
      <a:srgbClr val="FFFFFF"/>
    </a:lt2>
    <a:accent1>
      <a:srgbClr val="7ED9CD"/>
    </a:accent1>
    <a:accent2>
      <a:srgbClr val="88DABD"/>
    </a:accent2>
    <a:accent3>
      <a:srgbClr val="96D9AA"/>
    </a:accent3>
    <a:accent4>
      <a:srgbClr val="B9DF9E"/>
    </a:accent4>
    <a:accent5>
      <a:srgbClr val="BED385"/>
    </a:accent5>
    <a:accent6>
      <a:srgbClr val="D3C978"/>
    </a:accent6>
    <a:hlink>
      <a:srgbClr val="0563C1"/>
    </a:hlink>
    <a:folHlink>
      <a:srgbClr val="954D72"/>
    </a:folHlink>
  </a:clrScheme>
</a:themeOverride>
</file>

<file path=docProps/app.xml><?xml version="1.0" encoding="utf-8"?>
<Properties xmlns="http://schemas.openxmlformats.org/officeDocument/2006/extended-properties" xmlns:vt="http://schemas.openxmlformats.org/officeDocument/2006/docPropsVTypes">
  <TotalTime>0</TotalTime>
  <Words>2002</Words>
  <Application>WPS Presentation</Application>
  <PresentationFormat>宽屏</PresentationFormat>
  <Paragraphs>95</Paragraphs>
  <Slides>16</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SimSun</vt:lpstr>
      <vt:lpstr>Wingdings</vt:lpstr>
      <vt:lpstr>Microsoft YaHei</vt:lpstr>
      <vt:lpstr>汉仪旗黑</vt:lpstr>
      <vt:lpstr>Segoe UI</vt:lpstr>
      <vt:lpstr>苹方-简</vt:lpstr>
      <vt:lpstr>Microsoft YaHei</vt:lpstr>
      <vt:lpstr>Arial Unicode MS</vt:lpstr>
      <vt:lpstr>SimSun</vt:lpstr>
      <vt:lpstr>宋体-简</vt:lpstr>
      <vt:lpstr>Office Theme</vt:lpstr>
      <vt:lpstr>Presentation Java</vt:lpstr>
      <vt:lpstr>Our First Program</vt:lpstr>
      <vt:lpstr>PowerPoint 演示文稿</vt:lpstr>
      <vt:lpstr>Comments</vt:lpstr>
      <vt:lpstr>Comments</vt:lpstr>
      <vt:lpstr>Data Types (Numbers)</vt:lpstr>
      <vt:lpstr>Data Types (Numbers)</vt:lpstr>
      <vt:lpstr>Arithmetics</vt:lpstr>
      <vt:lpstr>PowerPoint 演示文稿</vt:lpstr>
      <vt:lpstr>Type Casting (Conversion)</vt:lpstr>
      <vt:lpstr>Type Casting (Conversion)</vt:lpstr>
      <vt:lpstr>Q &amp; A [1]</vt:lpstr>
      <vt:lpstr>Q &amp; A</vt:lpstr>
      <vt:lpstr>Q &amp; A [2]</vt:lpstr>
      <vt:lpstr>Q &amp; A</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Muhammadsodiq Shukurillayev</cp:lastModifiedBy>
  <cp:revision>15</cp:revision>
  <dcterms:created xsi:type="dcterms:W3CDTF">2026-04-08T03:58:49Z</dcterms:created>
  <dcterms:modified xsi:type="dcterms:W3CDTF">2026-04-08T03:58:49Z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1033-12.1.23155.23155</vt:lpwstr>
  </property>
  <property fmtid="{D5CDD505-2E9C-101B-9397-08002B2CF9AE}" pid="3" name="ICV">
    <vt:lpwstr>9E5E71344B497D86FD65D4692E7305EC_41</vt:lpwstr>
  </property>
</Properties>
</file>
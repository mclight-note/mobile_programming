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9" r:id="rId5"/>
    <p:sldId id="280" r:id="rId6"/>
    <p:sldId id="28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Mobile Programming</a:t>
            </a:r>
            <a:br>
              <a:rPr lang="en-US"/>
            </a:br>
            <a:r>
              <a:rPr lang="en-US"/>
              <a:t>8</a:t>
            </a:r>
            <a:r>
              <a:rPr lang="en-US"/>
              <a:t>-Assignment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723390"/>
          </a:xfrm>
        </p:spPr>
        <p:txBody>
          <a:bodyPr/>
          <a:p>
            <a:r>
              <a:rPr lang="en-US"/>
              <a:t>Computer Engineering Department</a:t>
            </a:r>
            <a:endParaRPr lang="en-US"/>
          </a:p>
          <a:p>
            <a:r>
              <a:rPr lang="en-US"/>
              <a:t>Shukirillaev Mukhammadsodik, 202438379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119989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1. </a:t>
            </a:r>
            <a:r>
              <a:rPr lang="en-US" altLang="en-US" sz="2400"/>
              <a:t>Write a Java program to get a number from the user and print whether it is positive or negative.</a:t>
            </a:r>
            <a:endParaRPr lang="en-US" alt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8932545" y="1910080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2" name="Picture 1" descr="Screenshot 2026-04-28 at 9.59.16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6510"/>
            <a:ext cx="6819900" cy="4572000"/>
          </a:xfrm>
          <a:prstGeom prst="rect">
            <a:avLst/>
          </a:prstGeom>
        </p:spPr>
      </p:pic>
      <p:pic>
        <p:nvPicPr>
          <p:cNvPr id="9" name="Picture 8" descr="Screenshot 2026-04-28 at 10.00.40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770" y="2698750"/>
            <a:ext cx="2298700" cy="14605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2.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7277100" y="2858770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2" name="Picture 1" descr="Screenshot 2026-04-28 at 10.05.17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65" y="949960"/>
            <a:ext cx="6647815" cy="4958715"/>
          </a:xfrm>
          <a:prstGeom prst="rect">
            <a:avLst/>
          </a:prstGeom>
        </p:spPr>
      </p:pic>
      <p:pic>
        <p:nvPicPr>
          <p:cNvPr id="3" name="Picture 2" descr="Screenshot 2026-04-28 at 10.13.59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100" y="3561080"/>
            <a:ext cx="22733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3.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8279765" y="2066925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2" name="Picture 1" descr="Screenshot 2026-04-28 at 10.03.11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05" y="648970"/>
            <a:ext cx="6633845" cy="5848350"/>
          </a:xfrm>
          <a:prstGeom prst="rect">
            <a:avLst/>
          </a:prstGeom>
        </p:spPr>
      </p:pic>
      <p:pic>
        <p:nvPicPr>
          <p:cNvPr id="3" name="Picture 2" descr="Screenshot 2026-04-28 at 10.03.19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080" y="3224530"/>
            <a:ext cx="2819400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192405" y="356235"/>
            <a:ext cx="1661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4.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8018780" y="356235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2" name="Picture 1" descr="Screenshot 2026-04-28 at 10.05.35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670" y="1168400"/>
            <a:ext cx="3187700" cy="1663700"/>
          </a:xfrm>
          <a:prstGeom prst="rect">
            <a:avLst/>
          </a:prstGeom>
        </p:spPr>
      </p:pic>
      <p:pic>
        <p:nvPicPr>
          <p:cNvPr id="3" name="Picture 2" descr="Screenshot 2026-04-28 at 10.05.49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670" y="3204845"/>
            <a:ext cx="3263900" cy="1358900"/>
          </a:xfrm>
          <a:prstGeom prst="rect">
            <a:avLst/>
          </a:prstGeom>
        </p:spPr>
      </p:pic>
      <p:pic>
        <p:nvPicPr>
          <p:cNvPr id="4" name="Picture 3" descr="Screenshot 2026-04-28 at 10.06.04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670" y="4848860"/>
            <a:ext cx="3162300" cy="1600200"/>
          </a:xfrm>
          <a:prstGeom prst="rect">
            <a:avLst/>
          </a:prstGeom>
        </p:spPr>
      </p:pic>
      <p:pic>
        <p:nvPicPr>
          <p:cNvPr id="6" name="Picture 5" descr="Screenshot 2026-04-28 at 10.05.17 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291590"/>
            <a:ext cx="6248400" cy="4660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</Words>
  <Application>WPS Presentation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Mobile Programming 7-Assignment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mclight</dc:creator>
  <cp:lastModifiedBy>Muhammadsodiq Shukurillayev</cp:lastModifiedBy>
  <cp:revision>15</cp:revision>
  <dcterms:created xsi:type="dcterms:W3CDTF">2026-04-28T01:14:39Z</dcterms:created>
  <dcterms:modified xsi:type="dcterms:W3CDTF">2026-04-28T01:14:39Z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E27A218E51B1EF7EEFEEB06989AA02C4_43</vt:lpwstr>
  </property>
  <property fmtid="{D5CDD505-2E9C-101B-9397-08002B2CF9AE}" pid="3" name="KSOProductBuildVer">
    <vt:lpwstr>1033-12.1.23155.23155</vt:lpwstr>
  </property>
</Properties>
</file>
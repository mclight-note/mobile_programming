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5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Mobile Programming</a:t>
            </a:r>
            <a:br>
              <a:rPr lang="en-US"/>
            </a:br>
            <a:r>
              <a:rPr lang="en-US"/>
              <a:t>4.2-Assignment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723390"/>
          </a:xfrm>
        </p:spPr>
        <p:txBody>
          <a:bodyPr/>
          <a:p>
            <a:r>
              <a:rPr lang="en-US"/>
              <a:t>Computer Engineering Department</a:t>
            </a:r>
            <a:endParaRPr lang="en-US"/>
          </a:p>
          <a:p>
            <a:r>
              <a:rPr lang="en-US"/>
              <a:t>Shukirillaev Mukhammadsodik, 202438379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6037580" y="376555"/>
            <a:ext cx="5806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Task:..  Concat, operator, StringBuilder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010400" y="4572000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3" name="Picture 2" descr="Screenshot 2026-03-25 at 1.39.2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0" y="27940"/>
            <a:ext cx="5772150" cy="5288280"/>
          </a:xfrm>
          <a:prstGeom prst="rect">
            <a:avLst/>
          </a:prstGeom>
        </p:spPr>
      </p:pic>
      <p:pic>
        <p:nvPicPr>
          <p:cNvPr id="4" name="Picture 3" descr="Screenshot 2026-03-25 at 1.40.25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300" y="5303520"/>
            <a:ext cx="8387080" cy="1431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607945" y="182245"/>
            <a:ext cx="1199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Tasks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8154670" y="182245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Outputs:</a:t>
            </a:r>
            <a:endParaRPr lang="en-US" sz="2400"/>
          </a:p>
        </p:txBody>
      </p:sp>
      <p:pic>
        <p:nvPicPr>
          <p:cNvPr id="10" name="Picture 9" descr="Screenshot 2026-03-25 at 1.44.3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6955" y="1043940"/>
            <a:ext cx="4298950" cy="1166495"/>
          </a:xfrm>
          <a:prstGeom prst="rect">
            <a:avLst/>
          </a:prstGeom>
        </p:spPr>
      </p:pic>
      <p:pic>
        <p:nvPicPr>
          <p:cNvPr id="11" name="Picture 10" descr="Screenshot 2026-03-25 at 1.45.10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75" y="740410"/>
            <a:ext cx="4935220" cy="1915795"/>
          </a:xfrm>
          <a:prstGeom prst="rect">
            <a:avLst/>
          </a:prstGeom>
        </p:spPr>
      </p:pic>
      <p:pic>
        <p:nvPicPr>
          <p:cNvPr id="13" name="Picture 12" descr="Screenshot 2026-03-25 at 1.48.38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" y="2804795"/>
            <a:ext cx="6696710" cy="3862705"/>
          </a:xfrm>
          <a:prstGeom prst="rect">
            <a:avLst/>
          </a:prstGeom>
        </p:spPr>
      </p:pic>
      <p:pic>
        <p:nvPicPr>
          <p:cNvPr id="14" name="Picture 13" descr="Screenshot 2026-03-25 at 1.49.18 P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940" y="3778250"/>
            <a:ext cx="4966970" cy="1915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129790" y="182245"/>
            <a:ext cx="52355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Tasks.</a:t>
            </a:r>
            <a:endParaRPr 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7506335" y="3614420"/>
            <a:ext cx="17075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/>
              <a:t>Output:</a:t>
            </a:r>
            <a:endParaRPr lang="en-US" sz="2400"/>
          </a:p>
        </p:txBody>
      </p:sp>
      <p:pic>
        <p:nvPicPr>
          <p:cNvPr id="2" name="Picture 1" descr="Screenshot 2026-03-25 at 1.50.01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935355"/>
            <a:ext cx="6696710" cy="3352800"/>
          </a:xfrm>
          <a:prstGeom prst="rect">
            <a:avLst/>
          </a:prstGeom>
        </p:spPr>
      </p:pic>
      <p:pic>
        <p:nvPicPr>
          <p:cNvPr id="3" name="Picture 2" descr="Screenshot 2026-03-25 at 1.50.55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335" y="4417060"/>
            <a:ext cx="6604000" cy="2032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WPS Presentation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Office Theme</vt:lpstr>
      <vt:lpstr>Mobile Programming 4-Assignment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mclight</dc:creator>
  <cp:lastModifiedBy>Muhammadsodiq Shukurillayev</cp:lastModifiedBy>
  <cp:revision>11</cp:revision>
  <dcterms:created xsi:type="dcterms:W3CDTF">2026-03-25T04:51:24Z</dcterms:created>
  <dcterms:modified xsi:type="dcterms:W3CDTF">2026-03-25T04:51:24Z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E27A218E51B1EF7EEFEEB06989AA02C4_43</vt:lpwstr>
  </property>
  <property fmtid="{D5CDD505-2E9C-101B-9397-08002B2CF9AE}" pid="3" name="KSOProductBuildVer">
    <vt:lpwstr>1033-12.1.23155.23155</vt:lpwstr>
  </property>
</Properties>
</file>
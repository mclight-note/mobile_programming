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br>
              <a:rPr lang="en-US"/>
            </a:br>
            <a:r>
              <a:rPr lang="en-US"/>
              <a:t>4-Assignment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723390"/>
          </a:xfrm>
        </p:spPr>
        <p:txBody>
          <a:bodyPr/>
          <a:p>
            <a:r>
              <a:rPr lang="en-US"/>
              <a:t>Computer Engineering Department</a:t>
            </a:r>
            <a:endParaRPr lang="en-US"/>
          </a:p>
          <a:p>
            <a:r>
              <a:rPr lang="en-US"/>
              <a:t>Shukirillaev Mukhammadsodik, 202438379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89560" y="290195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Task. Assignment Operators 1~3 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7139940" y="2258695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3" name="Picture 2" descr="Screenshot 2026-03-24 at 10.27.29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155" y="922020"/>
            <a:ext cx="6220460" cy="5614670"/>
          </a:xfrm>
          <a:prstGeom prst="rect">
            <a:avLst/>
          </a:prstGeom>
        </p:spPr>
      </p:pic>
      <p:pic>
        <p:nvPicPr>
          <p:cNvPr id="4" name="Picture 3" descr="Screenshot 2026-03-24 at 10.27.58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85" y="3075940"/>
            <a:ext cx="3530600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89560" y="290195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Task. Assignment Operators 4~5 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7139940" y="2258695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3-24 at 10.38.48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" y="932815"/>
            <a:ext cx="5925820" cy="5596890"/>
          </a:xfrm>
          <a:prstGeom prst="rect">
            <a:avLst/>
          </a:prstGeom>
        </p:spPr>
      </p:pic>
      <p:pic>
        <p:nvPicPr>
          <p:cNvPr id="6" name="Picture 5" descr="Screenshot 2026-03-24 at 10.39.20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380" y="3081020"/>
            <a:ext cx="3930650" cy="2083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WPS Presentation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Mobile Programming 4-Assignment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mclight</cp:lastModifiedBy>
  <cp:revision>10</cp:revision>
  <dcterms:created xsi:type="dcterms:W3CDTF">2026-03-24T01:45:40Z</dcterms:created>
  <dcterms:modified xsi:type="dcterms:W3CDTF">2026-03-24T01:45:40Z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E27A218E51B1EF7EEFEEB06989AA02C4_43</vt:lpwstr>
  </property>
  <property fmtid="{D5CDD505-2E9C-101B-9397-08002B2CF9AE}" pid="3" name="KSOProductBuildVer">
    <vt:lpwstr>1033-12.1.23155.23155</vt:lpwstr>
  </property>
</Properties>
</file>
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20"/>
  </p:handoutMasterIdLst>
  <p:sldIdLst>
    <p:sldId id="256" r:id="rId3"/>
    <p:sldId id="258" r:id="rId5"/>
    <p:sldId id="286" r:id="rId6"/>
    <p:sldId id="299" r:id="rId7"/>
    <p:sldId id="288" r:id="rId8"/>
    <p:sldId id="300" r:id="rId9"/>
    <p:sldId id="297" r:id="rId10"/>
    <p:sldId id="302" r:id="rId11"/>
    <p:sldId id="303" r:id="rId12"/>
    <p:sldId id="298" r:id="rId13"/>
    <p:sldId id="301" r:id="rId14"/>
    <p:sldId id="287" r:id="rId15"/>
    <p:sldId id="304" r:id="rId16"/>
    <p:sldId id="305" r:id="rId17"/>
    <p:sldId id="306" r:id="rId18"/>
    <p:sldId id="274"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FFF"/>
    <a:srgbClr val="EBFAF5"/>
    <a:srgbClr val="F4C176"/>
    <a:srgbClr val="EAF089"/>
    <a:srgbClr val="C3ED9A"/>
    <a:srgbClr val="ADEBAB"/>
    <a:srgbClr val="BAEBCF"/>
    <a:srgbClr val="C8EBE7"/>
    <a:srgbClr val="E0F7F0"/>
    <a:srgbClr val="AEAE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varScale="1">
        <p:scale>
          <a:sx n="89" d="100"/>
          <a:sy n="89" d="100"/>
        </p:scale>
        <p:origin x="485" y="48"/>
      </p:cViewPr>
      <p:guideLst>
        <p:guide orient="horz" pos="2154"/>
        <p:guide pos="383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panose="020B0503020204020204" pitchFamily="34" charset="-122"/>
              <a:ea typeface="Microsoft YaHe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Arial" panose="020B0604020202090204" pitchFamily="34" charset="0"/>
                <a:ea typeface="Arial" panose="020B0604020202090204" pitchFamily="34" charset="0"/>
              </a:rPr>
            </a:fld>
            <a:endParaRPr lang="zh-CN" altLang="en-US">
              <a:latin typeface="Arial" panose="020B0604020202090204" pitchFamily="34" charset="0"/>
              <a:ea typeface="Arial" panose="020B0604020202090204" pitchFamily="3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panose="020B0503020204020204" pitchFamily="34" charset="-122"/>
              <a:ea typeface="Microsoft YaHe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Arial" panose="020B0604020202090204" pitchFamily="34" charset="0"/>
                <a:ea typeface="Arial" panose="020B0604020202090204" pitchFamily="34" charset="0"/>
              </a:rPr>
            </a:fld>
            <a:endParaRPr lang="zh-CN" altLang="en-US">
              <a:latin typeface="Arial" panose="020B0604020202090204" pitchFamily="34" charset="0"/>
              <a:ea typeface="Arial" panose="020B060402020209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90204" pitchFamily="34" charset="0"/>
                <a:ea typeface="Arial" panose="020B060402020209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90204" pitchFamily="34" charset="0"/>
                <a:ea typeface="Arial" panose="020B0604020202090204" pitchFamily="34" charset="0"/>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90204" pitchFamily="34" charset="0"/>
                <a:ea typeface="Arial" panose="020B060402020209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90204" pitchFamily="34" charset="0"/>
                <a:ea typeface="Arial" panose="020B0604020202090204" pitchFamily="34" charset="0"/>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Arial" panose="020B0604020202090204" pitchFamily="34" charset="0"/>
        <a:ea typeface="Arial" panose="020B0604020202090204" pitchFamily="34" charset="0"/>
        <a:cs typeface="+mn-cs"/>
      </a:defRPr>
    </a:lvl1pPr>
    <a:lvl2pPr marL="4572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2pPr>
    <a:lvl3pPr marL="9144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3pPr>
    <a:lvl4pPr marL="13716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4pPr>
    <a:lvl5pPr marL="18288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Java Virtual Machine</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image" Target="../media/image3.png"/><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image" Target="../media/image2.png"/><Relationship Id="rId4" Type="http://schemas.openxmlformats.org/officeDocument/2006/relationships/tags" Target="../tags/tag15.xml"/><Relationship Id="rId3" Type="http://schemas.openxmlformats.org/officeDocument/2006/relationships/image" Target="../media/image1.png"/><Relationship Id="rId2" Type="http://schemas.openxmlformats.org/officeDocument/2006/relationships/tags" Target="../tags/tag14.xml"/><Relationship Id="rId10" Type="http://schemas.openxmlformats.org/officeDocument/2006/relationships/tags" Target="../tags/tag2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image" Target="../media/image3.png"/><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image" Target="../media/image3.png"/><Relationship Id="rId2" Type="http://schemas.openxmlformats.org/officeDocument/2006/relationships/tags" Target="../tags/tag28.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image" Target="../media/image2.png"/><Relationship Id="rId4" Type="http://schemas.openxmlformats.org/officeDocument/2006/relationships/tags" Target="../tags/tag38.xml"/><Relationship Id="rId3" Type="http://schemas.openxmlformats.org/officeDocument/2006/relationships/image" Target="../media/image1.png"/><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image" Target="../media/image3.png"/><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image" Target="../media/image3.png"/><Relationship Id="rId5" Type="http://schemas.openxmlformats.org/officeDocument/2006/relationships/tags" Target="../tags/tag55.xml"/><Relationship Id="rId4" Type="http://schemas.openxmlformats.org/officeDocument/2006/relationships/image" Target="../media/image4.png"/><Relationship Id="rId3" Type="http://schemas.openxmlformats.org/officeDocument/2006/relationships/tags" Target="../tags/tag54.xml"/><Relationship Id="rId2" Type="http://schemas.openxmlformats.org/officeDocument/2006/relationships/tags" Target="../tags/tag53.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image" Target="../media/image3.png"/><Relationship Id="rId5" Type="http://schemas.openxmlformats.org/officeDocument/2006/relationships/tags" Target="../tags/tag63.xml"/><Relationship Id="rId4" Type="http://schemas.openxmlformats.org/officeDocument/2006/relationships/image" Target="../media/image4.png"/><Relationship Id="rId3" Type="http://schemas.openxmlformats.org/officeDocument/2006/relationships/tags" Target="../tags/tag62.xml"/><Relationship Id="rId2" Type="http://schemas.openxmlformats.org/officeDocument/2006/relationships/tags" Target="../tags/tag61.xml"/><Relationship Id="rId10" Type="http://schemas.openxmlformats.org/officeDocument/2006/relationships/tags" Target="../tags/tag6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image" Target="../media/image2.png"/><Relationship Id="rId4" Type="http://schemas.openxmlformats.org/officeDocument/2006/relationships/tags" Target="../tags/tag69.xml"/><Relationship Id="rId3" Type="http://schemas.openxmlformats.org/officeDocument/2006/relationships/image" Target="../media/image1.png"/><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image" Target="../media/image5.png"/><Relationship Id="rId5" Type="http://schemas.openxmlformats.org/officeDocument/2006/relationships/tags" Target="../tags/tag76.xml"/><Relationship Id="rId4" Type="http://schemas.openxmlformats.org/officeDocument/2006/relationships/image" Target="../media/image3.png"/><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image" Target="../media/image3.png"/><Relationship Id="rId5" Type="http://schemas.openxmlformats.org/officeDocument/2006/relationships/tags" Target="../tags/tag82.xml"/><Relationship Id="rId4" Type="http://schemas.openxmlformats.org/officeDocument/2006/relationships/image" Target="../media/image5.png"/><Relationship Id="rId3" Type="http://schemas.openxmlformats.org/officeDocument/2006/relationships/tags" Target="../tags/tag81.xml"/><Relationship Id="rId2" Type="http://schemas.openxmlformats.org/officeDocument/2006/relationships/tags" Target="../tags/tag80.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image" Target="../media/image5.png"/><Relationship Id="rId6" Type="http://schemas.openxmlformats.org/officeDocument/2006/relationships/tags" Target="../tags/tag92.xml"/><Relationship Id="rId5" Type="http://schemas.openxmlformats.org/officeDocument/2006/relationships/image" Target="../media/image3.png"/><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image" Target="../media/image5.png"/><Relationship Id="rId6" Type="http://schemas.openxmlformats.org/officeDocument/2006/relationships/tags" Target="../tags/tag102.xml"/><Relationship Id="rId5" Type="http://schemas.openxmlformats.org/officeDocument/2006/relationships/image" Target="../media/image3.png"/><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image" Target="../media/image5.png"/><Relationship Id="rId6" Type="http://schemas.openxmlformats.org/officeDocument/2006/relationships/tags" Target="../tags/tag112.xml"/><Relationship Id="rId5" Type="http://schemas.openxmlformats.org/officeDocument/2006/relationships/image" Target="../media/image3.png"/><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image" Target="../media/image5.png"/><Relationship Id="rId5" Type="http://schemas.openxmlformats.org/officeDocument/2006/relationships/tags" Target="../tags/tag121.xml"/><Relationship Id="rId4" Type="http://schemas.openxmlformats.org/officeDocument/2006/relationships/image" Target="../media/image3.png"/><Relationship Id="rId3" Type="http://schemas.openxmlformats.org/officeDocument/2006/relationships/tags" Target="../tags/tag120.xml"/><Relationship Id="rId2" Type="http://schemas.openxmlformats.org/officeDocument/2006/relationships/tags" Target="../tags/tag119.xml"/><Relationship Id="rId15" Type="http://schemas.openxmlformats.org/officeDocument/2006/relationships/tags" Target="../tags/tag130.xml"/><Relationship Id="rId14" Type="http://schemas.openxmlformats.org/officeDocument/2006/relationships/tags" Target="../tags/tag129.xml"/><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image" Target="../media/image4.png"/><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alpha val="50000"/>
          </a:schemeClr>
        </a:solidFill>
        <a:effectLst/>
      </p:bgPr>
    </p:bg>
    <p:spTree>
      <p:nvGrpSpPr>
        <p:cNvPr id="1" name=""/>
        <p:cNvGrpSpPr/>
        <p:nvPr/>
      </p:nvGrpSpPr>
      <p:grpSpPr>
        <a:xfrm>
          <a:off x="0" y="0"/>
          <a:ext cx="0" cy="0"/>
          <a:chOff x="0" y="0"/>
          <a:chExt cx="0" cy="0"/>
        </a:xfrm>
      </p:grpSpPr>
      <p:pic>
        <p:nvPicPr>
          <p:cNvPr id="9" name="图片 8"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10" name="图片 9"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2" name="标题 1"/>
          <p:cNvSpPr>
            <a:spLocks noGrp="1"/>
          </p:cNvSpPr>
          <p:nvPr>
            <p:ph type="ctrTitle" hasCustomPrompt="1"/>
            <p:custDataLst>
              <p:tags r:id="rId6"/>
            </p:custDataLst>
          </p:nvPr>
        </p:nvSpPr>
        <p:spPr>
          <a:xfrm>
            <a:off x="1955800" y="2429695"/>
            <a:ext cx="8410619" cy="1219229"/>
          </a:xfrm>
        </p:spPr>
        <p:txBody>
          <a:bodyPr lIns="90000" tIns="46800" rIns="90000" bIns="46800" anchor="b" anchorCtr="0">
            <a:normAutofit/>
          </a:bodyPr>
          <a:lstStyle>
            <a:lvl1pPr algn="ctr">
              <a:defRPr sz="7200" spc="600" baseline="0">
                <a:ea typeface="Arial" panose="020B060402020209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7"/>
            </p:custDataLst>
          </p:nvPr>
        </p:nvSpPr>
        <p:spPr>
          <a:xfrm>
            <a:off x="1955800" y="3714935"/>
            <a:ext cx="8410619" cy="658883"/>
          </a:xfrm>
        </p:spPr>
        <p:txBody>
          <a:bodyPr lIns="90000" tIns="46800" rIns="90000" bIns="46800">
            <a:normAutofit/>
          </a:bodyPr>
          <a:lstStyle>
            <a:lvl1pPr marL="0" indent="0" algn="ctr" eaLnBrk="1" fontAlgn="auto" latinLnBrk="0" hangingPunct="1">
              <a:lnSpc>
                <a:spcPct val="100000"/>
              </a:lnSpc>
              <a:buNone/>
              <a:defRPr sz="28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2"/>
        </a:solidFill>
        <a:effectLst/>
      </p:bgPr>
    </p:bg>
    <p:spTree>
      <p:nvGrpSpPr>
        <p:cNvPr id="1" name=""/>
        <p:cNvGrpSpPr/>
        <p:nvPr/>
      </p:nvGrpSpPr>
      <p:grpSpPr>
        <a:xfrm>
          <a:off x="0" y="0"/>
          <a:ext cx="0" cy="0"/>
          <a:chOff x="0" y="0"/>
          <a:chExt cx="0" cy="0"/>
        </a:xfrm>
      </p:grpSpPr>
      <p:pic>
        <p:nvPicPr>
          <p:cNvPr id="7" name="图片 6"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5"/>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bg>
      <p:bgPr>
        <a:solidFill>
          <a:schemeClr val="tx2">
            <a:alpha val="50000"/>
          </a:schemeClr>
        </a:solidFill>
        <a:effectLst/>
      </p:bgPr>
    </p:bg>
    <p:spTree>
      <p:nvGrpSpPr>
        <p:cNvPr id="1" name=""/>
        <p:cNvGrpSpPr/>
        <p:nvPr/>
      </p:nvGrpSpPr>
      <p:grpSpPr>
        <a:xfrm>
          <a:off x="0" y="0"/>
          <a:ext cx="0" cy="0"/>
          <a:chOff x="0" y="0"/>
          <a:chExt cx="0" cy="0"/>
        </a:xfrm>
      </p:grpSpPr>
      <p:pic>
        <p:nvPicPr>
          <p:cNvPr id="7" name="图片 6"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8" name="图片 7"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4" name="日期占位符 3"/>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9"/>
            </p:custDataLst>
          </p:nvPr>
        </p:nvSpPr>
        <p:spPr>
          <a:xfrm>
            <a:off x="4508500" y="2734310"/>
            <a:ext cx="5298440" cy="759460"/>
          </a:xfrm>
        </p:spPr>
        <p:txBody>
          <a:bodyPr lIns="90000" tIns="46800" rIns="90000" bIns="0" anchor="b" anchorCtr="0">
            <a:normAutofit/>
          </a:bodyPr>
          <a:lstStyle>
            <a:lvl1pPr>
              <a:defRPr sz="4400" u="none" strike="noStrike" kern="1200" cap="none" spc="300" normalizeH="0" baseline="0">
                <a:solidFill>
                  <a:schemeClr val="tx1"/>
                </a:solidFill>
                <a:uFillTx/>
                <a:latin typeface="Arial" panose="020B0604020202090204" pitchFamily="34" charset="0"/>
                <a:ea typeface="Arial" panose="020B0604020202090204" pitchFamily="34" charset="0"/>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0"/>
            </p:custDataLst>
          </p:nvPr>
        </p:nvSpPr>
        <p:spPr>
          <a:xfrm>
            <a:off x="4508500" y="3554095"/>
            <a:ext cx="5298440" cy="1343025"/>
          </a:xfrm>
        </p:spPr>
        <p:txBody>
          <a:bodyPr lIns="90000" tIns="0" rIns="90000" bIns="46800">
            <a:normAutofit/>
          </a:bodyPr>
          <a:lstStyle>
            <a:lvl1pPr marL="0" indent="0" eaLnBrk="1" fontAlgn="auto" latinLnBrk="0" hangingPunct="1">
              <a:buNone/>
              <a:defRPr kumimoji="0" lang="zh-CN" altLang="en-US" sz="2000" b="0" i="0" u="none" strike="noStrike" kern="1200" cap="none" spc="150" normalizeH="0" baseline="0" noProof="1">
                <a:solidFill>
                  <a:schemeClr val="tx1">
                    <a:lumMod val="65000"/>
                    <a:lumOff val="35000"/>
                  </a:schemeClr>
                </a:solidFill>
                <a:uFillTx/>
                <a:latin typeface="Arial" panose="020B0604020202090204" pitchFamily="34" charset="0"/>
                <a:ea typeface="Arial" panose="020B0604020202090204" pitchFamily="34" charset="0"/>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bg>
      <p:bgPr>
        <a:solidFill>
          <a:schemeClr val="tx2"/>
        </a:solidFill>
        <a:effectLst/>
      </p:bgPr>
    </p:bg>
    <p:spTree>
      <p:nvGrpSpPr>
        <p:cNvPr id="1" name=""/>
        <p:cNvGrpSpPr/>
        <p:nvPr/>
      </p:nvGrpSpPr>
      <p:grpSpPr>
        <a:xfrm>
          <a:off x="0" y="0"/>
          <a:ext cx="0" cy="0"/>
          <a:chOff x="0" y="0"/>
          <a:chExt cx="0" cy="0"/>
        </a:xfrm>
      </p:grpSpPr>
      <p:pic>
        <p:nvPicPr>
          <p:cNvPr id="8" name="图片 7"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5"/>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6"/>
            </p:custDataLst>
          </p:nvPr>
        </p:nvSpPr>
        <p:spPr>
          <a:xfrm>
            <a:off x="6238877" y="952508"/>
            <a:ext cx="5283242" cy="5388907"/>
          </a:xfrm>
        </p:spPr>
        <p:txBody>
          <a:bodyPr>
            <a:noAutofit/>
          </a:bodyPr>
          <a:lstStyle>
            <a:lvl1pPr>
              <a:defRPr sz="1600">
                <a:latin typeface="Arial" panose="020B0604020202090204" pitchFamily="34" charset="0"/>
                <a:ea typeface="Arial" panose="020B0604020202090204" pitchFamily="34" charset="0"/>
              </a:defRPr>
            </a:lvl1pPr>
            <a:lvl2pPr>
              <a:defRPr sz="1600">
                <a:latin typeface="Arial" panose="020B0604020202090204" pitchFamily="34" charset="0"/>
                <a:ea typeface="Arial" panose="020B0604020202090204" pitchFamily="34" charset="0"/>
              </a:defRPr>
            </a:lvl2pPr>
            <a:lvl3pPr>
              <a:defRPr sz="1600">
                <a:latin typeface="Arial" panose="020B0604020202090204" pitchFamily="34" charset="0"/>
                <a:ea typeface="Arial" panose="020B0604020202090204" pitchFamily="34" charset="0"/>
              </a:defRPr>
            </a:lvl3pPr>
            <a:lvl4pPr>
              <a:defRPr sz="1600">
                <a:latin typeface="Arial" panose="020B0604020202090204" pitchFamily="34" charset="0"/>
                <a:ea typeface="Arial" panose="020B0604020202090204" pitchFamily="34" charset="0"/>
              </a:defRPr>
            </a:lvl4pPr>
            <a:lvl5pPr>
              <a:defRPr sz="160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8"/>
            </p:custDataLst>
          </p:nvPr>
        </p:nvSpPr>
        <p:spPr/>
        <p:txBody>
          <a:bodyPr/>
          <a:lstStyle/>
          <a:p>
            <a:endParaRPr lang="zh-CN" altLang="en-US"/>
          </a:p>
        </p:txBody>
      </p:sp>
      <p:sp>
        <p:nvSpPr>
          <p:cNvPr id="7" name="灯片编号占位符 6"/>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tx2"/>
        </a:solidFill>
        <a:effectLst/>
      </p:bgPr>
    </p:bg>
    <p:spTree>
      <p:nvGrpSpPr>
        <p:cNvPr id="1" name=""/>
        <p:cNvGrpSpPr/>
        <p:nvPr/>
      </p:nvGrpSpPr>
      <p:grpSpPr>
        <a:xfrm>
          <a:off x="0" y="0"/>
          <a:ext cx="0" cy="0"/>
          <a:chOff x="0" y="0"/>
          <a:chExt cx="0" cy="0"/>
        </a:xfrm>
      </p:grpSpPr>
      <p:pic>
        <p:nvPicPr>
          <p:cNvPr id="10" name="图片 9"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90204" pitchFamily="34" charset="0"/>
                <a:ea typeface="Arial" panose="020B060402020209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6"/>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8"/>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0"/>
            </p:custDataLst>
          </p:nvPr>
        </p:nvSpPr>
        <p:spPr/>
        <p:txBody>
          <a:bodyPr/>
          <a:lstStyle/>
          <a:p>
            <a:endParaRPr lang="zh-CN" altLang="en-US"/>
          </a:p>
        </p:txBody>
      </p:sp>
      <p:sp>
        <p:nvSpPr>
          <p:cNvPr id="9" name="灯片编号占位符 8"/>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2">
            <a:alpha val="50000"/>
          </a:schemeClr>
        </a:solidFill>
        <a:effectLst/>
      </p:bgPr>
    </p:bg>
    <p:spTree>
      <p:nvGrpSpPr>
        <p:cNvPr id="1" name=""/>
        <p:cNvGrpSpPr/>
        <p:nvPr/>
      </p:nvGrpSpPr>
      <p:grpSpPr>
        <a:xfrm>
          <a:off x="0" y="0"/>
          <a:ext cx="0" cy="0"/>
          <a:chOff x="0" y="0"/>
          <a:chExt cx="0" cy="0"/>
        </a:xfrm>
      </p:grpSpPr>
      <p:pic>
        <p:nvPicPr>
          <p:cNvPr id="20" name="图片 19"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21" name="图片 20"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2" name="标题 1"/>
          <p:cNvSpPr>
            <a:spLocks noGrp="1"/>
          </p:cNvSpPr>
          <p:nvPr>
            <p:ph type="title"/>
            <p:custDataLst>
              <p:tags r:id="rId6"/>
            </p:custDataLst>
          </p:nvPr>
        </p:nvSpPr>
        <p:spPr>
          <a:xfrm>
            <a:off x="669882" y="824230"/>
            <a:ext cx="10852237" cy="441964"/>
          </a:xfrm>
        </p:spPr>
        <p:txBody>
          <a:bodyPr vert="horz" lIns="101600" tIns="38100" rIns="76200" bIns="38100" rtlCol="0" anchor="t" anchorCtr="0">
            <a:noAutofit/>
          </a:bodyPr>
          <a:lstStyle>
            <a:lvl1pPr marL="0" marR="0" lvl="0" algn="ctr"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alpha val="50000"/>
          </a:schemeClr>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nd title">
    <p:bg>
      <p:bgPr>
        <a:solidFill>
          <a:schemeClr val="tx2"/>
        </a:solidFill>
        <a:effectLst/>
      </p:bgPr>
    </p:bg>
    <p:spTree>
      <p:nvGrpSpPr>
        <p:cNvPr id="1" name=""/>
        <p:cNvGrpSpPr/>
        <p:nvPr/>
      </p:nvGrpSpPr>
      <p:grpSpPr>
        <a:xfrm>
          <a:off x="0" y="0"/>
          <a:ext cx="0" cy="0"/>
          <a:chOff x="0" y="0"/>
          <a:chExt cx="0" cy="0"/>
        </a:xfrm>
      </p:grpSpPr>
      <p:pic>
        <p:nvPicPr>
          <p:cNvPr id="8" name="图片 7"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5"/>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solidFill>
                <a:uFillTx/>
                <a:latin typeface="Microsoft YaHei" panose="020B0503020204020204" pitchFamily="34" charset="-122"/>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7"/>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8"/>
            </p:custDataLst>
          </p:nvPr>
        </p:nvSpPr>
        <p:spPr/>
        <p:txBody>
          <a:body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tx2"/>
        </a:solidFill>
        <a:effectLst/>
      </p:bgPr>
    </p:bg>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3810" y="-6350"/>
            <a:ext cx="12188190" cy="6853555"/>
            <a:chOff x="6" y="-10"/>
            <a:chExt cx="19194" cy="10793"/>
          </a:xfrm>
        </p:grpSpPr>
        <p:pic>
          <p:nvPicPr>
            <p:cNvPr id="12" name="图片 11" descr="C:\Users\kingsoft\Desktop\黄色.png黄色"/>
            <p:cNvPicPr>
              <a:picLocks noChangeAspect="1"/>
            </p:cNvPicPr>
            <p:nvPr userDrawn="1">
              <p:custDataLst>
                <p:tags r:id="rId3"/>
              </p:custDataLst>
            </p:nvPr>
          </p:nvPicPr>
          <p:blipFill>
            <a:blip r:embed="rId4"/>
            <a:srcRect/>
            <a:stretch>
              <a:fillRect/>
            </a:stretch>
          </p:blipFill>
          <p:spPr>
            <a:xfrm>
              <a:off x="6" y="-10"/>
              <a:ext cx="6026" cy="1473"/>
            </a:xfrm>
            <a:prstGeom prst="rect">
              <a:avLst/>
            </a:prstGeom>
          </p:spPr>
        </p:pic>
        <p:pic>
          <p:nvPicPr>
            <p:cNvPr id="14" name="图片 13" descr="图片1"/>
            <p:cNvPicPr>
              <a:picLocks noChangeAspect="1"/>
            </p:cNvPicPr>
            <p:nvPr userDrawn="1">
              <p:custDataLst>
                <p:tags r:id="rId5"/>
              </p:custDataLst>
            </p:nvPr>
          </p:nvPicPr>
          <p:blipFill>
            <a:blip r:embed="rId6"/>
            <a:srcRect/>
            <a:stretch>
              <a:fillRect/>
            </a:stretch>
          </p:blipFill>
          <p:spPr>
            <a:xfrm>
              <a:off x="64" y="8393"/>
              <a:ext cx="19136" cy="2391"/>
            </a:xfrm>
            <a:prstGeom prst="rect">
              <a:avLst/>
            </a:prstGeom>
          </p:spPr>
        </p:pic>
      </p:grpSp>
      <p:sp>
        <p:nvSpPr>
          <p:cNvPr id="2" name="竖排标题 1"/>
          <p:cNvSpPr>
            <a:spLocks noGrp="1"/>
          </p:cNvSpPr>
          <p:nvPr>
            <p:ph type="title" orient="vert"/>
            <p:custDataLst>
              <p:tags r:id="rId7"/>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669925" y="952500"/>
            <a:ext cx="9828101" cy="5388907"/>
          </a:xfrm>
        </p:spPr>
        <p:txBody>
          <a:bodyPr vert="eaVert"/>
          <a:lstStyle>
            <a:lvl1pPr indent="0" eaLnBrk="1" fontAlgn="auto" latinLnBrk="0" hangingPunct="1">
              <a:defRPr>
                <a:latin typeface="Arial" panose="020B0604020202090204" pitchFamily="34" charset="0"/>
                <a:ea typeface="Arial" panose="020B0604020202090204" pitchFamily="34" charset="0"/>
              </a:defRPr>
            </a:lvl1pPr>
            <a:lvl2pPr indent="0" eaLnBrk="1" fontAlgn="auto" latinLnBrk="0" hangingPunct="1">
              <a:defRPr>
                <a:latin typeface="Arial" panose="020B0604020202090204" pitchFamily="34" charset="0"/>
                <a:ea typeface="Arial" panose="020B0604020202090204" pitchFamily="34" charset="0"/>
              </a:defRPr>
            </a:lvl2pPr>
            <a:lvl3pPr indent="0" eaLnBrk="1" fontAlgn="auto" latinLnBrk="0" hangingPunct="1">
              <a:defRPr>
                <a:latin typeface="Arial" panose="020B0604020202090204" pitchFamily="34" charset="0"/>
                <a:ea typeface="Arial" panose="020B0604020202090204" pitchFamily="34" charset="0"/>
              </a:defRPr>
            </a:lvl3pPr>
            <a:lvl4pPr indent="0" eaLnBrk="1" fontAlgn="auto" latinLnBrk="0" hangingPunct="1">
              <a:defRPr>
                <a:latin typeface="Arial" panose="020B0604020202090204" pitchFamily="34" charset="0"/>
                <a:ea typeface="Arial" panose="020B0604020202090204" pitchFamily="34" charset="0"/>
              </a:defRPr>
            </a:lvl4pPr>
            <a:lvl5pPr indent="0" eaLnBrk="1" fontAlgn="auto" latinLnBrk="0" hangingPunct="1">
              <a:defRPr>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lstStyle/>
          <a:p>
            <a:endParaRPr lang="zh-CN" altLang="en-US"/>
          </a:p>
        </p:txBody>
      </p:sp>
      <p:sp>
        <p:nvSpPr>
          <p:cNvPr id="6" name="灯片编号占位符 5"/>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tx2"/>
        </a:solidFill>
        <a:effectLst/>
      </p:bgPr>
    </p:bg>
    <p:spTree>
      <p:nvGrpSpPr>
        <p:cNvPr id="1" name=""/>
        <p:cNvGrpSpPr/>
        <p:nvPr/>
      </p:nvGrpSpPr>
      <p:grpSpPr>
        <a:xfrm>
          <a:off x="0" y="0"/>
          <a:ext cx="0" cy="0"/>
          <a:chOff x="0" y="0"/>
          <a:chExt cx="0" cy="0"/>
        </a:xfrm>
      </p:grpSpPr>
      <p:grpSp>
        <p:nvGrpSpPr>
          <p:cNvPr id="2" name="组合 1"/>
          <p:cNvGrpSpPr/>
          <p:nvPr userDrawn="1">
            <p:custDataLst>
              <p:tags r:id="rId2"/>
            </p:custDataLst>
          </p:nvPr>
        </p:nvGrpSpPr>
        <p:grpSpPr>
          <a:xfrm>
            <a:off x="3810" y="-6350"/>
            <a:ext cx="12188190" cy="6853555"/>
            <a:chOff x="6" y="-10"/>
            <a:chExt cx="19194" cy="10793"/>
          </a:xfrm>
        </p:grpSpPr>
        <p:pic>
          <p:nvPicPr>
            <p:cNvPr id="12" name="图片 11" descr="C:\Users\kingsoft\Desktop\黄色.png黄色"/>
            <p:cNvPicPr>
              <a:picLocks noChangeAspect="1"/>
            </p:cNvPicPr>
            <p:nvPr userDrawn="1">
              <p:custDataLst>
                <p:tags r:id="rId3"/>
              </p:custDataLst>
            </p:nvPr>
          </p:nvPicPr>
          <p:blipFill>
            <a:blip r:embed="rId4"/>
            <a:srcRect/>
            <a:stretch>
              <a:fillRect/>
            </a:stretch>
          </p:blipFill>
          <p:spPr>
            <a:xfrm>
              <a:off x="6" y="-10"/>
              <a:ext cx="6026" cy="1473"/>
            </a:xfrm>
            <a:prstGeom prst="rect">
              <a:avLst/>
            </a:prstGeom>
          </p:spPr>
        </p:pic>
        <p:pic>
          <p:nvPicPr>
            <p:cNvPr id="14" name="图片 13" descr="图片1"/>
            <p:cNvPicPr>
              <a:picLocks noChangeAspect="1"/>
            </p:cNvPicPr>
            <p:nvPr userDrawn="1">
              <p:custDataLst>
                <p:tags r:id="rId5"/>
              </p:custDataLst>
            </p:nvPr>
          </p:nvPicPr>
          <p:blipFill>
            <a:blip r:embed="rId6"/>
            <a:srcRect/>
            <a:stretch>
              <a:fillRect/>
            </a:stretch>
          </p:blipFill>
          <p:spPr>
            <a:xfrm>
              <a:off x="64" y="8393"/>
              <a:ext cx="19136" cy="2391"/>
            </a:xfrm>
            <a:prstGeom prst="rect">
              <a:avLst/>
            </a:prstGeom>
          </p:spPr>
        </p:pic>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669930" y="952508"/>
            <a:ext cx="10852237" cy="5388907"/>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bg>
      <p:bgPr>
        <a:solidFill>
          <a:schemeClr val="tx2"/>
        </a:solidFill>
        <a:effectLst/>
      </p:bgPr>
    </p:bg>
    <p:spTree>
      <p:nvGrpSpPr>
        <p:cNvPr id="1" name=""/>
        <p:cNvGrpSpPr/>
        <p:nvPr/>
      </p:nvGrpSpPr>
      <p:grpSpPr>
        <a:xfrm>
          <a:off x="0" y="0"/>
          <a:ext cx="0" cy="0"/>
          <a:chOff x="0" y="0"/>
          <a:chExt cx="0" cy="0"/>
        </a:xfrm>
      </p:grpSpPr>
      <p:pic>
        <p:nvPicPr>
          <p:cNvPr id="6" name="图片 5"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7" name="图片 6"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2" name="标题 1"/>
          <p:cNvSpPr>
            <a:spLocks noGrp="1"/>
          </p:cNvSpPr>
          <p:nvPr>
            <p:ph type="title" hasCustomPrompt="1"/>
            <p:custDataLst>
              <p:tags r:id="rId6"/>
            </p:custDataLst>
          </p:nvPr>
        </p:nvSpPr>
        <p:spPr>
          <a:xfrm>
            <a:off x="1820545" y="2498090"/>
            <a:ext cx="8550275" cy="1670050"/>
          </a:xfrm>
        </p:spPr>
        <p:txBody>
          <a:bodyPr vert="horz" lIns="90000" tIns="46800" rIns="90000" bIns="4680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eneral">
    <p:bg>
      <p:bgPr>
        <a:solidFill>
          <a:schemeClr val="tx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21590" y="-8255"/>
            <a:ext cx="12024210" cy="6866255"/>
            <a:chOff x="-21590" y="-8255"/>
            <a:chExt cx="12024210" cy="6866255"/>
          </a:xfrm>
        </p:grpSpPr>
        <p:pic>
          <p:nvPicPr>
            <p:cNvPr id="7" name="图片 6" descr="图片1"/>
            <p:cNvPicPr>
              <a:picLocks noChangeAspect="1"/>
            </p:cNvPicPr>
            <p:nvPr userDrawn="1">
              <p:custDataLst>
                <p:tags r:id="rId3"/>
              </p:custDataLst>
            </p:nvPr>
          </p:nvPicPr>
          <p:blipFill rotWithShape="1">
            <a:blip r:embed="rId4"/>
            <a:srcRect l="75058" t="58073" r="6056"/>
            <a:stretch>
              <a:fillRect/>
            </a:stretch>
          </p:blipFill>
          <p:spPr>
            <a:xfrm flipH="1">
              <a:off x="9707656" y="6083790"/>
              <a:ext cx="2294964" cy="774210"/>
            </a:xfrm>
            <a:prstGeom prst="rect">
              <a:avLst/>
            </a:prstGeom>
          </p:spPr>
        </p:pic>
        <p:pic>
          <p:nvPicPr>
            <p:cNvPr id="8" name="图片 7" descr="C:\Users\kingsoft\Desktop\黄色.png黄色"/>
            <p:cNvPicPr>
              <a:picLocks noChangeAspect="1"/>
            </p:cNvPicPr>
            <p:nvPr userDrawn="1">
              <p:custDataLst>
                <p:tags r:id="rId5"/>
              </p:custDataLst>
            </p:nvPr>
          </p:nvPicPr>
          <p:blipFill rotWithShape="1">
            <a:blip r:embed="rId6"/>
            <a:srcRect r="59078"/>
            <a:stretch>
              <a:fillRect/>
            </a:stretch>
          </p:blipFill>
          <p:spPr>
            <a:xfrm rot="10800000" flipH="1" flipV="1">
              <a:off x="-21590" y="-8255"/>
              <a:ext cx="1517015" cy="906145"/>
            </a:xfrm>
            <a:prstGeom prst="rect">
              <a:avLst/>
            </a:prstGeom>
          </p:spPr>
        </p:pic>
      </p:grpSp>
      <p:sp>
        <p:nvSpPr>
          <p:cNvPr id="3" name="日期占位符 2"/>
          <p:cNvSpPr>
            <a:spLocks noGrp="1"/>
          </p:cNvSpPr>
          <p:nvPr>
            <p:ph type="dt" sz="half" idx="10"/>
            <p:custDataLst>
              <p:tags r:id="rId7"/>
            </p:custDataLst>
          </p:nvPr>
        </p:nvSpPr>
        <p:spPr>
          <a:xfrm>
            <a:off x="879742" y="6349833"/>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6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9"/>
            </p:custDataLst>
          </p:nvPr>
        </p:nvSpPr>
        <p:spPr>
          <a:xfrm>
            <a:off x="8610600" y="6349833"/>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frame">
    <p:bg>
      <p:bgPr>
        <a:solidFill>
          <a:srgbClr val="EBFAF5"/>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21590" y="-8255"/>
            <a:ext cx="12213590" cy="6870609"/>
            <a:chOff x="-21590" y="-8255"/>
            <a:chExt cx="12213590" cy="6870609"/>
          </a:xfrm>
        </p:grpSpPr>
        <p:pic>
          <p:nvPicPr>
            <p:cNvPr id="9" name="图片 8" descr="C:\Users\kingsoft\Desktop\黄色.png黄色"/>
            <p:cNvPicPr>
              <a:picLocks noChangeAspect="1"/>
            </p:cNvPicPr>
            <p:nvPr userDrawn="1">
              <p:custDataLst>
                <p:tags r:id="rId3"/>
              </p:custDataLst>
            </p:nvPr>
          </p:nvPicPr>
          <p:blipFill>
            <a:blip r:embed="rId4"/>
            <a:srcRect/>
            <a:stretch>
              <a:fillRect/>
            </a:stretch>
          </p:blipFill>
          <p:spPr>
            <a:xfrm rot="10800000" flipH="1" flipV="1">
              <a:off x="-21590" y="-8255"/>
              <a:ext cx="3707130" cy="906145"/>
            </a:xfrm>
            <a:prstGeom prst="rect">
              <a:avLst/>
            </a:prstGeom>
          </p:spPr>
        </p:pic>
        <p:pic>
          <p:nvPicPr>
            <p:cNvPr id="14" name="图片 13" descr="图片1"/>
            <p:cNvPicPr>
              <a:picLocks noChangeAspect="1"/>
            </p:cNvPicPr>
            <p:nvPr userDrawn="1">
              <p:custDataLst>
                <p:tags r:id="rId5"/>
              </p:custDataLst>
            </p:nvPr>
          </p:nvPicPr>
          <p:blipFill>
            <a:blip r:embed="rId6"/>
            <a:srcRect/>
            <a:stretch>
              <a:fillRect/>
            </a:stretch>
          </p:blipFill>
          <p:spPr>
            <a:xfrm>
              <a:off x="40640" y="5344069"/>
              <a:ext cx="12151360" cy="1518285"/>
            </a:xfrm>
            <a:prstGeom prst="rect">
              <a:avLst/>
            </a:prstGeom>
          </p:spPr>
        </p:pic>
      </p:grpSp>
      <p:sp>
        <p:nvSpPr>
          <p:cNvPr id="6" name="矩形 5"/>
          <p:cNvSpPr/>
          <p:nvPr userDrawn="1">
            <p:custDataLst>
              <p:tags r:id="rId7"/>
            </p:custDataLst>
          </p:nvPr>
        </p:nvSpPr>
        <p:spPr>
          <a:xfrm>
            <a:off x="288290" y="273050"/>
            <a:ext cx="11616055" cy="63119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90204" pitchFamily="34" charset="0"/>
              <a:ea typeface="Arial" panose="020B0604020202090204" pitchFamily="34" charset="0"/>
              <a:sym typeface="+mn-ea"/>
            </a:endParaRPr>
          </a:p>
        </p:txBody>
      </p:sp>
      <p:sp>
        <p:nvSpPr>
          <p:cNvPr id="2" name="标题 1"/>
          <p:cNvSpPr>
            <a:spLocks noGrp="1"/>
          </p:cNvSpPr>
          <p:nvPr>
            <p:ph type="title" hasCustomPrompt="1"/>
            <p:custDataLst>
              <p:tags r:id="rId8"/>
            </p:custDataLst>
          </p:nvPr>
        </p:nvSpPr>
        <p:spPr>
          <a:xfrm>
            <a:off x="1281600" y="1249200"/>
            <a:ext cx="9626400" cy="723600"/>
          </a:xfrm>
        </p:spPr>
        <p:txBody>
          <a:bodyPr anchor="ctr">
            <a:normAutofit/>
          </a:bodyPr>
          <a:lstStyle>
            <a:lvl1pPr>
              <a:defRPr sz="3200" baseline="0">
                <a:latin typeface="Arial" panose="020B0604020202090204" pitchFamily="34" charset="0"/>
                <a:ea typeface="Arial" panose="020B0604020202090204" pitchFamily="34" charset="0"/>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9"/>
            </p:custDataLst>
          </p:nvPr>
        </p:nvSpPr>
        <p:spPr>
          <a:xfrm>
            <a:off x="1281113" y="2163600"/>
            <a:ext cx="9626600" cy="34452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0"/>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ft/right">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5560" y="-4445"/>
            <a:ext cx="504126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90204" pitchFamily="34" charset="0"/>
              <a:ea typeface="Arial" panose="020B0604020202090204" pitchFamily="34" charset="0"/>
              <a:sym typeface="+mn-ea"/>
            </a:endParaRPr>
          </a:p>
        </p:txBody>
      </p:sp>
      <p:grpSp>
        <p:nvGrpSpPr>
          <p:cNvPr id="6" name="组合 5"/>
          <p:cNvGrpSpPr/>
          <p:nvPr userDrawn="1">
            <p:custDataLst>
              <p:tags r:id="rId3"/>
            </p:custDataLst>
          </p:nvPr>
        </p:nvGrpSpPr>
        <p:grpSpPr>
          <a:xfrm>
            <a:off x="-21590" y="-8255"/>
            <a:ext cx="12024210" cy="6866255"/>
            <a:chOff x="-21590" y="-8255"/>
            <a:chExt cx="12024210" cy="6866255"/>
          </a:xfrm>
        </p:grpSpPr>
        <p:pic>
          <p:nvPicPr>
            <p:cNvPr id="14" name="图片 13" descr="图片1"/>
            <p:cNvPicPr>
              <a:picLocks noChangeAspect="1"/>
            </p:cNvPicPr>
            <p:nvPr userDrawn="1">
              <p:custDataLst>
                <p:tags r:id="rId4"/>
              </p:custDataLst>
            </p:nvPr>
          </p:nvPicPr>
          <p:blipFill rotWithShape="1">
            <a:blip r:embed="rId5"/>
            <a:srcRect l="75058" t="58073" r="6056"/>
            <a:stretch>
              <a:fillRect/>
            </a:stretch>
          </p:blipFill>
          <p:spPr>
            <a:xfrm flipH="1">
              <a:off x="9707656" y="6083790"/>
              <a:ext cx="2294964" cy="774210"/>
            </a:xfrm>
            <a:prstGeom prst="rect">
              <a:avLst/>
            </a:prstGeom>
          </p:spPr>
        </p:pic>
        <p:pic>
          <p:nvPicPr>
            <p:cNvPr id="11" name="图片 10" descr="C:\Users\kingsoft\Desktop\黄色.png黄色"/>
            <p:cNvPicPr>
              <a:picLocks noChangeAspect="1"/>
            </p:cNvPicPr>
            <p:nvPr userDrawn="1">
              <p:custDataLst>
                <p:tags r:id="rId6"/>
              </p:custDataLst>
            </p:nvPr>
          </p:nvPicPr>
          <p:blipFill rotWithShape="1">
            <a:blip r:embed="rId7"/>
            <a:srcRect r="59078"/>
            <a:stretch>
              <a:fillRect/>
            </a:stretch>
          </p:blipFill>
          <p:spPr>
            <a:xfrm rot="10800000" flipH="1" flipV="1">
              <a:off x="-21590" y="-8255"/>
              <a:ext cx="1517015" cy="906145"/>
            </a:xfrm>
            <a:prstGeom prst="rect">
              <a:avLst/>
            </a:prstGeom>
          </p:spPr>
        </p:pic>
      </p:grpSp>
      <p:sp>
        <p:nvSpPr>
          <p:cNvPr id="2" name="标题 1"/>
          <p:cNvSpPr>
            <a:spLocks noGrp="1"/>
          </p:cNvSpPr>
          <p:nvPr>
            <p:ph type="title" hasCustomPrompt="1"/>
            <p:custDataLst>
              <p:tags r:id="rId8"/>
            </p:custDataLst>
          </p:nvPr>
        </p:nvSpPr>
        <p:spPr>
          <a:xfrm>
            <a:off x="583200" y="770400"/>
            <a:ext cx="3960000" cy="882000"/>
          </a:xfrm>
        </p:spPr>
        <p:txBody>
          <a:bodyPr anchor="ctr">
            <a:normAutofit/>
          </a:bodyPr>
          <a:lstStyle>
            <a:lvl1pPr>
              <a:defRPr sz="3600" baseline="0">
                <a:latin typeface="Arial" panose="020B0604020202090204" pitchFamily="34" charset="0"/>
                <a:ea typeface="Arial" panose="020B0604020202090204" pitchFamily="34" charset="0"/>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586800" y="1764000"/>
            <a:ext cx="3956400" cy="40932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5175885" y="770255"/>
            <a:ext cx="6405245" cy="508762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p/down">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grpSp>
        <p:nvGrpSpPr>
          <p:cNvPr id="11" name="组合 10"/>
          <p:cNvGrpSpPr/>
          <p:nvPr userDrawn="1">
            <p:custDataLst>
              <p:tags r:id="rId3"/>
            </p:custDataLst>
          </p:nvPr>
        </p:nvGrpSpPr>
        <p:grpSpPr>
          <a:xfrm>
            <a:off x="-21590" y="-8255"/>
            <a:ext cx="12024210" cy="6866255"/>
            <a:chOff x="-21590" y="-8255"/>
            <a:chExt cx="12024210" cy="6866255"/>
          </a:xfrm>
        </p:grpSpPr>
        <p:pic>
          <p:nvPicPr>
            <p:cNvPr id="12" name="图片 11" descr="图片1"/>
            <p:cNvPicPr>
              <a:picLocks noChangeAspect="1"/>
            </p:cNvPicPr>
            <p:nvPr userDrawn="1">
              <p:custDataLst>
                <p:tags r:id="rId4"/>
              </p:custDataLst>
            </p:nvPr>
          </p:nvPicPr>
          <p:blipFill rotWithShape="1">
            <a:blip r:embed="rId5"/>
            <a:srcRect l="75058" t="58073" r="6056"/>
            <a:stretch>
              <a:fillRect/>
            </a:stretch>
          </p:blipFill>
          <p:spPr>
            <a:xfrm flipH="1">
              <a:off x="9707656" y="6083790"/>
              <a:ext cx="2294964" cy="774210"/>
            </a:xfrm>
            <a:prstGeom prst="rect">
              <a:avLst/>
            </a:prstGeom>
          </p:spPr>
        </p:pic>
        <p:pic>
          <p:nvPicPr>
            <p:cNvPr id="13" name="图片 12" descr="C:\Users\kingsoft\Desktop\黄色.png黄色"/>
            <p:cNvPicPr>
              <a:picLocks noChangeAspect="1"/>
            </p:cNvPicPr>
            <p:nvPr userDrawn="1">
              <p:custDataLst>
                <p:tags r:id="rId6"/>
              </p:custDataLst>
            </p:nvPr>
          </p:nvPicPr>
          <p:blipFill rotWithShape="1">
            <a:blip r:embed="rId7"/>
            <a:srcRect r="59078"/>
            <a:stretch>
              <a:fillRect/>
            </a:stretch>
          </p:blipFill>
          <p:spPr>
            <a:xfrm rot="10800000" flipH="1" flipV="1">
              <a:off x="-21590" y="-8255"/>
              <a:ext cx="1517015" cy="906145"/>
            </a:xfrm>
            <a:prstGeom prst="rect">
              <a:avLst/>
            </a:prstGeom>
          </p:spPr>
        </p:pic>
      </p:grpSp>
      <p:sp>
        <p:nvSpPr>
          <p:cNvPr id="2" name="标题 1"/>
          <p:cNvSpPr>
            <a:spLocks noGrp="1"/>
          </p:cNvSpPr>
          <p:nvPr>
            <p:ph type="title"/>
            <p:custDataLst>
              <p:tags r:id="rId8"/>
            </p:custDataLst>
          </p:nvPr>
        </p:nvSpPr>
        <p:spPr>
          <a:xfrm>
            <a:off x="612000" y="781200"/>
            <a:ext cx="10976400" cy="626400"/>
          </a:xfrm>
        </p:spPr>
        <p:txBody>
          <a:bodyPr anchor="ctr">
            <a:normAutofit/>
          </a:bodyPr>
          <a:lstStyle>
            <a:lvl1pPr algn="ctr">
              <a:defRPr sz="3600" baseline="0">
                <a:latin typeface="Arial" panose="020B0604020202090204" pitchFamily="34" charset="0"/>
                <a:ea typeface="Arial" panose="020B060402020209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612000" y="1659600"/>
            <a:ext cx="10975975" cy="828000"/>
          </a:xfrm>
        </p:spPr>
        <p:txBody>
          <a:bodyPr/>
          <a:lstStyle>
            <a:lvl1pPr algn="ctr">
              <a:defRPr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612775" y="2808000"/>
            <a:ext cx="10965600" cy="3430800"/>
          </a:xfrm>
        </p:spPr>
        <p:txBody>
          <a:bodyPr/>
          <a:lstStyle>
            <a:lvl1pPr>
              <a:defRPr baseline="0">
                <a:latin typeface="Arial" panose="020B0604020202090204" pitchFamily="34" charset="0"/>
                <a:ea typeface="Arial" panose="020B0604020202090204" pitchFamily="34" charset="0"/>
              </a:defRPr>
            </a:lvl1pPr>
            <a:lvl2pPr>
              <a:defRPr baseline="0">
                <a:latin typeface="Arial" panose="020B0604020202090204" pitchFamily="34" charset="0"/>
                <a:ea typeface="Arial" panose="020B0604020202090204" pitchFamily="34" charset="0"/>
              </a:defRPr>
            </a:lvl2pPr>
            <a:lvl3pPr>
              <a:defRPr baseline="0">
                <a:latin typeface="Arial" panose="020B0604020202090204" pitchFamily="34" charset="0"/>
                <a:ea typeface="Arial" panose="020B0604020202090204" pitchFamily="34" charset="0"/>
              </a:defRPr>
            </a:lvl3pPr>
            <a:lvl4pPr>
              <a:defRPr baseline="0">
                <a:latin typeface="Arial" panose="020B0604020202090204" pitchFamily="34" charset="0"/>
                <a:ea typeface="Arial" panose="020B0604020202090204" pitchFamily="34" charset="0"/>
              </a:defRPr>
            </a:lvl4pPr>
            <a:lvl5pPr>
              <a:defRPr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wn/up">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39996"/>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grpSp>
        <p:nvGrpSpPr>
          <p:cNvPr id="14" name="组合 13"/>
          <p:cNvGrpSpPr/>
          <p:nvPr userDrawn="1">
            <p:custDataLst>
              <p:tags r:id="rId3"/>
            </p:custDataLst>
          </p:nvPr>
        </p:nvGrpSpPr>
        <p:grpSpPr>
          <a:xfrm>
            <a:off x="-21590" y="-8255"/>
            <a:ext cx="12024210" cy="6866255"/>
            <a:chOff x="-21590" y="-8255"/>
            <a:chExt cx="12024210" cy="6866255"/>
          </a:xfrm>
        </p:grpSpPr>
        <p:pic>
          <p:nvPicPr>
            <p:cNvPr id="15" name="图片 14" descr="图片1"/>
            <p:cNvPicPr>
              <a:picLocks noChangeAspect="1"/>
            </p:cNvPicPr>
            <p:nvPr userDrawn="1">
              <p:custDataLst>
                <p:tags r:id="rId4"/>
              </p:custDataLst>
            </p:nvPr>
          </p:nvPicPr>
          <p:blipFill rotWithShape="1">
            <a:blip r:embed="rId5"/>
            <a:srcRect l="75058" t="58073" r="6056"/>
            <a:stretch>
              <a:fillRect/>
            </a:stretch>
          </p:blipFill>
          <p:spPr>
            <a:xfrm flipH="1">
              <a:off x="9707656" y="6083790"/>
              <a:ext cx="2294964" cy="774210"/>
            </a:xfrm>
            <a:prstGeom prst="rect">
              <a:avLst/>
            </a:prstGeom>
          </p:spPr>
        </p:pic>
        <p:pic>
          <p:nvPicPr>
            <p:cNvPr id="16" name="图片 15" descr="C:\Users\kingsoft\Desktop\黄色.png黄色"/>
            <p:cNvPicPr>
              <a:picLocks noChangeAspect="1"/>
            </p:cNvPicPr>
            <p:nvPr userDrawn="1">
              <p:custDataLst>
                <p:tags r:id="rId6"/>
              </p:custDataLst>
            </p:nvPr>
          </p:nvPicPr>
          <p:blipFill rotWithShape="1">
            <a:blip r:embed="rId7"/>
            <a:srcRect r="59078"/>
            <a:stretch>
              <a:fillRect/>
            </a:stretch>
          </p:blipFill>
          <p:spPr>
            <a:xfrm rot="10800000" flipH="1" flipV="1">
              <a:off x="-21590" y="-8255"/>
              <a:ext cx="1517015" cy="906145"/>
            </a:xfrm>
            <a:prstGeom prst="rect">
              <a:avLst/>
            </a:prstGeom>
          </p:spPr>
        </p:pic>
      </p:grpSp>
      <p:sp>
        <p:nvSpPr>
          <p:cNvPr id="2" name="标题 1"/>
          <p:cNvSpPr>
            <a:spLocks noGrp="1"/>
          </p:cNvSpPr>
          <p:nvPr userDrawn="1">
            <p:ph type="title"/>
            <p:custDataLst>
              <p:tags r:id="rId8"/>
            </p:custDataLst>
          </p:nvPr>
        </p:nvSpPr>
        <p:spPr>
          <a:xfrm>
            <a:off x="604800" y="669600"/>
            <a:ext cx="10976400" cy="565200"/>
          </a:xfrm>
        </p:spPr>
        <p:txBody>
          <a:bodyPr anchor="ctr">
            <a:normAutofit/>
          </a:bodyPr>
          <a:lstStyle>
            <a:lvl1pPr algn="ctr">
              <a:defRPr sz="3200" baseline="0">
                <a:latin typeface="Arial" panose="020B0604020202090204" pitchFamily="34" charset="0"/>
                <a:ea typeface="Arial" panose="020B0604020202090204" pitchFamily="34" charset="0"/>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userDrawn="1">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2"/>
            </p:custDataLst>
          </p:nvPr>
        </p:nvSpPr>
        <p:spPr>
          <a:xfrm>
            <a:off x="604837" y="1681200"/>
            <a:ext cx="10990800" cy="32112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userDrawn="1">
            <p:ph type="body" sz="quarter" idx="14"/>
            <p:custDataLst>
              <p:tags r:id="rId13"/>
            </p:custDataLst>
          </p:nvPr>
        </p:nvSpPr>
        <p:spPr>
          <a:xfrm>
            <a:off x="594000" y="5180400"/>
            <a:ext cx="11001600" cy="1011600"/>
          </a:xfrm>
        </p:spPr>
        <p:txBody>
          <a:bodyPr/>
          <a:lstStyle>
            <a:lvl1pPr marL="0" indent="0">
              <a:buNone/>
              <a:defRPr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vigation">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21590" y="5951855"/>
            <a:ext cx="12024210" cy="906145"/>
            <a:chOff x="-21590" y="5951855"/>
            <a:chExt cx="12024210" cy="906145"/>
          </a:xfrm>
        </p:grpSpPr>
        <p:pic>
          <p:nvPicPr>
            <p:cNvPr id="14" name="图片 13" descr="图片1"/>
            <p:cNvPicPr>
              <a:picLocks noChangeAspect="1"/>
            </p:cNvPicPr>
            <p:nvPr userDrawn="1">
              <p:custDataLst>
                <p:tags r:id="rId3"/>
              </p:custDataLst>
            </p:nvPr>
          </p:nvPicPr>
          <p:blipFill rotWithShape="1">
            <a:blip r:embed="rId4"/>
            <a:srcRect l="75058" t="58073" r="6056"/>
            <a:stretch>
              <a:fillRect/>
            </a:stretch>
          </p:blipFill>
          <p:spPr>
            <a:xfrm flipH="1">
              <a:off x="9707656" y="6083790"/>
              <a:ext cx="2294964" cy="774210"/>
            </a:xfrm>
            <a:prstGeom prst="rect">
              <a:avLst/>
            </a:prstGeom>
          </p:spPr>
        </p:pic>
        <p:pic>
          <p:nvPicPr>
            <p:cNvPr id="15" name="图片 14" descr="C:\Users\kingsoft\Desktop\黄色.png黄色"/>
            <p:cNvPicPr>
              <a:picLocks noChangeAspect="1"/>
            </p:cNvPicPr>
            <p:nvPr userDrawn="1">
              <p:custDataLst>
                <p:tags r:id="rId5"/>
              </p:custDataLst>
            </p:nvPr>
          </p:nvPicPr>
          <p:blipFill rotWithShape="1">
            <a:blip r:embed="rId6"/>
            <a:srcRect r="59078"/>
            <a:stretch>
              <a:fillRect/>
            </a:stretch>
          </p:blipFill>
          <p:spPr>
            <a:xfrm flipV="1">
              <a:off x="-21590" y="5951855"/>
              <a:ext cx="1517015" cy="906145"/>
            </a:xfrm>
            <a:prstGeom prst="rect">
              <a:avLst/>
            </a:prstGeom>
          </p:spPr>
        </p:pic>
      </p:grpSp>
      <p:sp>
        <p:nvSpPr>
          <p:cNvPr id="10" name="矩形 9"/>
          <p:cNvSpPr/>
          <p:nvPr userDrawn="1">
            <p:custDataLst>
              <p:tags r:id="rId7"/>
            </p:custDataLst>
          </p:nvPr>
        </p:nvSpPr>
        <p:spPr>
          <a:xfrm>
            <a:off x="0" y="127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sp>
        <p:nvSpPr>
          <p:cNvPr id="2" name="标题 1"/>
          <p:cNvSpPr>
            <a:spLocks noGrp="1"/>
          </p:cNvSpPr>
          <p:nvPr>
            <p:ph type="title"/>
            <p:custDataLst>
              <p:tags r:id="rId8"/>
            </p:custDataLst>
          </p:nvPr>
        </p:nvSpPr>
        <p:spPr>
          <a:xfrm>
            <a:off x="579600" y="237600"/>
            <a:ext cx="11037600" cy="441964"/>
          </a:xfrm>
        </p:spPr>
        <p:txBody>
          <a:bodyPr>
            <a:normAutofit/>
          </a:bodyPr>
          <a:lstStyle>
            <a:lvl1pPr>
              <a:defRPr baseline="0">
                <a:latin typeface="Arial" panose="020B0604020202090204" pitchFamily="34" charset="0"/>
                <a:ea typeface="Arial" panose="020B060402020209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579600" y="1663200"/>
            <a:ext cx="5342400" cy="28944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6242400" y="1663200"/>
            <a:ext cx="5367600" cy="28944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4"/>
            </p:custDataLst>
          </p:nvPr>
        </p:nvSpPr>
        <p:spPr>
          <a:xfrm>
            <a:off x="572400" y="4816800"/>
            <a:ext cx="5342400" cy="781200"/>
          </a:xfrm>
        </p:spPr>
        <p:txBody>
          <a:bodyPr/>
          <a:lstStyle>
            <a:lvl1pPr>
              <a:defRPr sz="1400"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5"/>
            </p:custDataLst>
          </p:nvPr>
        </p:nvSpPr>
        <p:spPr>
          <a:xfrm>
            <a:off x="6253200" y="4813200"/>
            <a:ext cx="5367600" cy="781200"/>
          </a:xfrm>
        </p:spPr>
        <p:txBody>
          <a:bodyPr/>
          <a:lstStyle>
            <a:lvl1pPr>
              <a:defRPr sz="1400"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aistband">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8589"/>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grpSp>
        <p:nvGrpSpPr>
          <p:cNvPr id="6" name="组合 5"/>
          <p:cNvGrpSpPr/>
          <p:nvPr userDrawn="1">
            <p:custDataLst>
              <p:tags r:id="rId3"/>
            </p:custDataLst>
          </p:nvPr>
        </p:nvGrpSpPr>
        <p:grpSpPr>
          <a:xfrm>
            <a:off x="0" y="-6350"/>
            <a:ext cx="12195809" cy="6864350"/>
            <a:chOff x="0" y="-6350"/>
            <a:chExt cx="12195809" cy="6864350"/>
          </a:xfrm>
        </p:grpSpPr>
        <p:pic>
          <p:nvPicPr>
            <p:cNvPr id="20" name="图片 19" descr="C:\Users\kingsoft\Desktop\黄色.png黄色"/>
            <p:cNvPicPr>
              <a:picLocks noChangeAspect="1"/>
            </p:cNvPicPr>
            <p:nvPr userDrawn="1">
              <p:custDataLst>
                <p:tags r:id="rId4"/>
              </p:custDataLst>
            </p:nvPr>
          </p:nvPicPr>
          <p:blipFill rotWithShape="1">
            <a:blip r:embed="rId5"/>
            <a:srcRect r="60032"/>
            <a:stretch>
              <a:fillRect/>
            </a:stretch>
          </p:blipFill>
          <p:spPr>
            <a:xfrm flipH="1">
              <a:off x="9434286" y="-6350"/>
              <a:ext cx="2761523" cy="1688904"/>
            </a:xfrm>
            <a:prstGeom prst="rect">
              <a:avLst/>
            </a:prstGeom>
          </p:spPr>
        </p:pic>
        <p:pic>
          <p:nvPicPr>
            <p:cNvPr id="11" name="图片 10" descr="C:\Users\kingsoft\Desktop\黄色.png黄色"/>
            <p:cNvPicPr>
              <a:picLocks noChangeAspect="1"/>
            </p:cNvPicPr>
            <p:nvPr userDrawn="1">
              <p:custDataLst>
                <p:tags r:id="rId6"/>
              </p:custDataLst>
            </p:nvPr>
          </p:nvPicPr>
          <p:blipFill rotWithShape="1">
            <a:blip r:embed="rId5"/>
            <a:srcRect r="60032"/>
            <a:stretch>
              <a:fillRect/>
            </a:stretch>
          </p:blipFill>
          <p:spPr>
            <a:xfrm rot="10800000" flipH="1">
              <a:off x="0" y="5169096"/>
              <a:ext cx="2761523" cy="1688904"/>
            </a:xfrm>
            <a:prstGeom prst="rect">
              <a:avLst/>
            </a:prstGeom>
          </p:spPr>
        </p:pic>
      </p:grpSp>
      <p:sp>
        <p:nvSpPr>
          <p:cNvPr id="2" name="标题 1"/>
          <p:cNvSpPr>
            <a:spLocks noGrp="1"/>
          </p:cNvSpPr>
          <p:nvPr>
            <p:ph type="title" hasCustomPrompt="1"/>
            <p:custDataLst>
              <p:tags r:id="rId7"/>
            </p:custDataLst>
          </p:nvPr>
        </p:nvSpPr>
        <p:spPr>
          <a:xfrm>
            <a:off x="1522800" y="1339200"/>
            <a:ext cx="9144000" cy="2386800"/>
          </a:xfrm>
        </p:spPr>
        <p:txBody>
          <a:bodyPr anchor="b">
            <a:normAutofit/>
          </a:bodyPr>
          <a:lstStyle>
            <a:lvl1pPr algn="ctr">
              <a:defRPr sz="6000" baseline="0">
                <a:latin typeface="Arial" panose="020B0604020202090204" pitchFamily="34" charset="0"/>
                <a:ea typeface="Arial" panose="020B0604020202090204" pitchFamily="34" charset="0"/>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8"/>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0"/>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1"/>
            </p:custDataLst>
          </p:nvPr>
        </p:nvSpPr>
        <p:spPr>
          <a:xfrm>
            <a:off x="1522413" y="3862800"/>
            <a:ext cx="9144000" cy="1656000"/>
          </a:xfrm>
        </p:spPr>
        <p:txBody>
          <a:bodyPr/>
          <a:lstStyle>
            <a:lvl1pPr algn="ctr">
              <a:defRPr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45.xml"/><Relationship Id="rId23" Type="http://schemas.openxmlformats.org/officeDocument/2006/relationships/tags" Target="../tags/tag144.xml"/><Relationship Id="rId22" Type="http://schemas.openxmlformats.org/officeDocument/2006/relationships/tags" Target="../tags/tag143.xml"/><Relationship Id="rId21" Type="http://schemas.openxmlformats.org/officeDocument/2006/relationships/tags" Target="../tags/tag142.xml"/><Relationship Id="rId20" Type="http://schemas.openxmlformats.org/officeDocument/2006/relationships/tags" Target="../tags/tag141.xml"/><Relationship Id="rId2" Type="http://schemas.openxmlformats.org/officeDocument/2006/relationships/slideLayout" Target="../slideLayouts/slideLayout2.xml"/><Relationship Id="rId19" Type="http://schemas.openxmlformats.org/officeDocument/2006/relationships/tags" Target="../tags/tag140.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ea typeface="Arial" panose="020B060402020209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ea typeface="Arial" panose="020B0604020202090204" pitchFamily="34" charset="0"/>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ea typeface="Arial" panose="020B0604020202090204" pitchFamily="34" charset="0"/>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90204" pitchFamily="34" charset="0"/>
          <a:ea typeface="Arial" panose="020B0604020202090204" pitchFamily="34" charset="0"/>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hemeOverride" Target="../theme/themeOverride1.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2.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themeOverride" Target="../theme/themeOverride3.xml"/><Relationship Id="rId5" Type="http://schemas.openxmlformats.org/officeDocument/2006/relationships/tags" Target="../tags/tag156.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155.xml"/><Relationship Id="rId1" Type="http://schemas.openxmlformats.org/officeDocument/2006/relationships/tags" Target="../tags/tag154.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4.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5.xml"/><Relationship Id="rId5" Type="http://schemas.openxmlformats.org/officeDocument/2006/relationships/tags" Target="../tags/tag16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162.xml"/><Relationship Id="rId1" Type="http://schemas.openxmlformats.org/officeDocument/2006/relationships/tags" Target="../tags/tag161.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6.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7.xml"/><Relationship Id="rId5" Type="http://schemas.openxmlformats.org/officeDocument/2006/relationships/tags" Target="../tags/tag170.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169.xml"/><Relationship Id="rId1" Type="http://schemas.openxmlformats.org/officeDocument/2006/relationships/tags" Target="../tags/tag16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8.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9.xml"/><Relationship Id="rId5" Type="http://schemas.openxmlformats.org/officeDocument/2006/relationships/tags" Target="../tags/tag175.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1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11.xml"/><Relationship Id="rId5" Type="http://schemas.openxmlformats.org/officeDocument/2006/relationships/tags" Target="../tags/tag18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181.xml"/><Relationship Id="rId1" Type="http://schemas.openxmlformats.org/officeDocument/2006/relationships/tags" Target="../tags/tag18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3.xml"/><Relationship Id="rId4" Type="http://schemas.openxmlformats.org/officeDocument/2006/relationships/themeOverride" Target="../theme/themeOverride12.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themeOverride" Target="../theme/themeOverride13.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themeOverride" Target="../theme/themeOverride14.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3.xml"/><Relationship Id="rId4" Type="http://schemas.openxmlformats.org/officeDocument/2006/relationships/themeOverride" Target="../theme/themeOverride1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hemeOverride" Target="../theme/themeOverride16.xml"/><Relationship Id="rId2" Type="http://schemas.openxmlformats.org/officeDocument/2006/relationships/tags" Target="../tags/tag196.xml"/><Relationship Id="rId1" Type="http://schemas.openxmlformats.org/officeDocument/2006/relationships/tags" Target="../tags/tag19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955800" y="2345690"/>
            <a:ext cx="8410575" cy="2166620"/>
          </a:xfrm>
        </p:spPr>
        <p:txBody>
          <a:bodyPr>
            <a:normAutofit fontScale="90000"/>
          </a:bodyPr>
          <a:lstStyle/>
          <a:p>
            <a:r>
              <a:rPr lang="en-US" altLang="zh-CN" dirty="0" smtClean="0"/>
              <a:t>Presentation Java</a:t>
            </a:r>
            <a:endParaRPr lang="en-US" altLang="zh-CN" dirty="0" smtClean="0"/>
          </a:p>
        </p:txBody>
      </p:sp>
      <p:sp>
        <p:nvSpPr>
          <p:cNvPr id="3" name="副标题 2"/>
          <p:cNvSpPr>
            <a:spLocks noGrp="1"/>
          </p:cNvSpPr>
          <p:nvPr>
            <p:ph type="subTitle" idx="1"/>
            <p:custDataLst>
              <p:tags r:id="rId2"/>
            </p:custDataLst>
          </p:nvPr>
        </p:nvSpPr>
        <p:spPr>
          <a:xfrm>
            <a:off x="1887434" y="5345264"/>
            <a:ext cx="8410619" cy="658883"/>
          </a:xfrm>
        </p:spPr>
        <p:txBody>
          <a:bodyPr>
            <a:normAutofit fontScale="80000"/>
          </a:bodyPr>
          <a:lstStyle/>
          <a:p>
            <a:r>
              <a:rPr lang="en-US" altLang="zh-CN" dirty="0" smtClean="0"/>
              <a:t>Student: Shukirillaev Mukhammadsodik, 202438379</a:t>
            </a:r>
            <a:endParaRPr lang="en-US" altLang="zh-CN" dirty="0" smtClean="0"/>
          </a:p>
        </p:txBody>
      </p:sp>
      <p:sp>
        <p:nvSpPr>
          <p:cNvPr id="4" name="副标题 2"/>
          <p:cNvSpPr>
            <a:spLocks noGrp="1"/>
          </p:cNvSpPr>
          <p:nvPr>
            <p:custDataLst>
              <p:tags r:id="rId3"/>
            </p:custDataLst>
          </p:nvPr>
        </p:nvSpPr>
        <p:spPr>
          <a:xfrm>
            <a:off x="1887220" y="463550"/>
            <a:ext cx="8410575" cy="949325"/>
          </a:xfrm>
          <a:prstGeom prst="rect">
            <a:avLst/>
          </a:prstGeom>
        </p:spPr>
        <p:txBody>
          <a:bodyPr vert="horz" lIns="90000" tIns="46800" rIns="90000" bIns="46800" rtlCol="0"/>
          <a:lstStyle>
            <a:lvl1pPr marL="0" indent="0" algn="ctr" defTabSz="914400" rtl="0" eaLnBrk="1" fontAlgn="auto" latinLnBrk="0" hangingPunct="1">
              <a:lnSpc>
                <a:spcPct val="100000"/>
              </a:lnSpc>
              <a:spcBef>
                <a:spcPts val="0"/>
              </a:spcBef>
              <a:spcAft>
                <a:spcPts val="1000"/>
              </a:spcAft>
              <a:buFont typeface="Arial" panose="020B0604020202090204" pitchFamily="34" charset="0"/>
              <a:buNone/>
              <a:defRPr sz="2800" u="none" strike="noStrike" kern="1200" cap="none" spc="200" normalizeH="0" baseline="0">
                <a:solidFill>
                  <a:schemeClr val="tx1">
                    <a:lumMod val="75000"/>
                    <a:lumOff val="25000"/>
                  </a:schemeClr>
                </a:solidFill>
                <a:uFillTx/>
                <a:latin typeface="Arial" panose="020B0604020202090204" pitchFamily="34" charset="0"/>
                <a:ea typeface="Arial" panose="020B0604020202090204" pitchFamily="34" charset="0"/>
                <a:cs typeface="+mn-cs"/>
              </a:defRPr>
            </a:lvl1pPr>
            <a:lvl2pPr marL="457200" indent="0" algn="ctr"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sz="20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2pPr>
            <a:lvl3pPr marL="914400" indent="0" algn="ctr" defTabSz="914400" rtl="0" eaLnBrk="1" fontAlgn="auto" latinLnBrk="0" hangingPunct="1">
              <a:lnSpc>
                <a:spcPct val="130000"/>
              </a:lnSpc>
              <a:spcBef>
                <a:spcPts val="0"/>
              </a:spcBef>
              <a:spcAft>
                <a:spcPts val="1000"/>
              </a:spcAft>
              <a:buFont typeface="Arial" panose="020B0604020202090204" pitchFamily="34" charset="0"/>
              <a:buNone/>
              <a:defRPr sz="18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3pPr>
            <a:lvl4pPr marL="1371600" indent="0" algn="ctr" defTabSz="914400" rtl="0" eaLnBrk="1" fontAlgn="auto" latinLnBrk="0" hangingPunct="1">
              <a:lnSpc>
                <a:spcPct val="130000"/>
              </a:lnSpc>
              <a:spcBef>
                <a:spcPts val="0"/>
              </a:spcBef>
              <a:spcAft>
                <a:spcPts val="1000"/>
              </a:spcAft>
              <a:buFont typeface="Arial" panose="020B0604020202090204" pitchFamily="34" charset="0"/>
              <a:buNone/>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4pPr>
            <a:lvl5pPr marL="1828800" indent="0" algn="ctr" defTabSz="914400" rtl="0" eaLnBrk="1" fontAlgn="auto" latinLnBrk="0" hangingPunct="1">
              <a:lnSpc>
                <a:spcPct val="130000"/>
              </a:lnSpc>
              <a:spcBef>
                <a:spcPts val="0"/>
              </a:spcBef>
              <a:spcAft>
                <a:spcPts val="1000"/>
              </a:spcAft>
              <a:buFont typeface="Arial" panose="020B0604020202090204" pitchFamily="34" charset="0"/>
              <a:buNone/>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r>
              <a:rPr lang="en-US" altLang="zh-CN" sz="4000" dirty="0" smtClean="0"/>
              <a:t>Mobile Programming</a:t>
            </a:r>
            <a:endParaRPr lang="en-US" altLang="zh-CN" sz="4000" dirty="0" smtClean="0"/>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01</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fontScale="90000"/>
          </a:bodyPr>
          <a:lstStyle/>
          <a:p>
            <a:r>
              <a:rPr lang="en-US" altLang="zh-CN" smtClean="0"/>
              <a:t>Our First Program</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Of course it is “Hello World!”</a:t>
            </a:r>
            <a:endParaRPr lang="en-US" altLang="zh-CN" smtClean="0"/>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txBox="1"/>
          <p:nvPr>
            <p:custDataLst>
              <p:tags r:id="rId1"/>
            </p:custDataLst>
          </p:nvPr>
        </p:nvSpPr>
        <p:spPr>
          <a:xfrm>
            <a:off x="609600" y="3617595"/>
            <a:ext cx="10973435" cy="3077845"/>
          </a:xfrm>
          <a:prstGeom prst="rect">
            <a:avLst/>
          </a:prstGeom>
          <a:noFill/>
          <a:ln w="3175">
            <a:noFill/>
            <a:prstDash val="dash"/>
          </a:ln>
        </p:spPr>
        <p:txBody>
          <a:bodyPr wrap="square" lIns="90000" tIns="46800" rIns="90000" bIns="468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mj-lt"/>
                <a:ea typeface="+mn-ea"/>
                <a:cs typeface="Segoe UI" panose="020B0502040204020203" pitchFamily="34" charset="0"/>
              </a:defRPr>
            </a:lvl1pPr>
          </a:lstStyle>
          <a:p>
            <a:pPr algn="just">
              <a:lnSpc>
                <a:spcPct val="110000"/>
              </a:lnSpc>
              <a:spcAft>
                <a:spcPts val="800"/>
              </a:spcAft>
            </a:pP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A Java program starts with a </a:t>
            </a: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class</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the filename must match the class name exactly</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The </a:t>
            </a: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main()</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method is the entry point; JVM calls it automatically when the program runs</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public</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means it's accessible from outside (like by the JVM)</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static</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means JVM can call it without creating an object first</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void</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means the method returns nothing (similar to Python's def)</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String[] args</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holds any arguments passed from the command line</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System.out.println()</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prints text to the console</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p:txBody>
      </p:sp>
      <p:sp>
        <p:nvSpPr>
          <p:cNvPr id="7" name="Title 6"/>
          <p:cNvSpPr txBox="1"/>
          <p:nvPr>
            <p:custDataLst>
              <p:tags r:id="rId2"/>
            </p:custDataLst>
          </p:nvPr>
        </p:nvSpPr>
        <p:spPr>
          <a:xfrm>
            <a:off x="7390130" y="212090"/>
            <a:ext cx="4519930" cy="1993900"/>
          </a:xfrm>
          <a:prstGeom prst="rect">
            <a:avLst/>
          </a:prstGeom>
          <a:noFill/>
          <a:ln w="3175">
            <a:noFill/>
            <a:prstDash val="dash"/>
          </a:ln>
        </p:spPr>
        <p:txBody>
          <a:bodyPr wrap="square" lIns="90000" tIns="46800" rIns="90000" bIns="468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mj-lt"/>
                <a:ea typeface="+mn-ea"/>
                <a:cs typeface="Segoe UI" panose="020B0502040204020203" pitchFamily="34" charset="0"/>
              </a:defRPr>
            </a:lvl1pPr>
          </a:lstStyle>
          <a:p>
            <a:pPr indent="457200">
              <a:lnSpc>
                <a:spcPct val="100000"/>
              </a:lnSpc>
              <a:spcAft>
                <a:spcPts val="800"/>
              </a:spcAft>
              <a:defRPr/>
            </a:pPr>
            <a:r>
              <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Our first program in any language:</a:t>
            </a:r>
            <a:endPar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nSpc>
                <a:spcPct val="100000"/>
              </a:lnSpc>
              <a:spcAft>
                <a:spcPts val="800"/>
              </a:spcAft>
              <a:defRPr/>
            </a:pPr>
            <a:r>
              <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‘Hello World’</a:t>
            </a:r>
            <a:endPar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p:txBody>
      </p:sp>
      <p:pic>
        <p:nvPicPr>
          <p:cNvPr id="2" name="Picture 1" descr="Screenshot 2026-04-07 at 11.14.34 AM"/>
          <p:cNvPicPr>
            <a:picLocks noChangeAspect="1"/>
          </p:cNvPicPr>
          <p:nvPr/>
        </p:nvPicPr>
        <p:blipFill>
          <a:blip r:embed="rId3"/>
          <a:stretch>
            <a:fillRect/>
          </a:stretch>
        </p:blipFill>
        <p:spPr>
          <a:xfrm>
            <a:off x="317500" y="482600"/>
            <a:ext cx="6871970" cy="2872105"/>
          </a:xfrm>
          <a:prstGeom prst="rect">
            <a:avLst/>
          </a:prstGeom>
        </p:spPr>
      </p:pic>
      <p:pic>
        <p:nvPicPr>
          <p:cNvPr id="4" name="Picture 3" descr="Screenshot 2026-04-07 at 11.32.39 AM"/>
          <p:cNvPicPr>
            <a:picLocks noChangeAspect="1"/>
          </p:cNvPicPr>
          <p:nvPr/>
        </p:nvPicPr>
        <p:blipFill>
          <a:blip r:embed="rId4"/>
          <a:stretch>
            <a:fillRect/>
          </a:stretch>
        </p:blipFill>
        <p:spPr>
          <a:xfrm>
            <a:off x="7847965" y="2205990"/>
            <a:ext cx="2476500" cy="9906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02</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fontScale="90000"/>
          </a:bodyPr>
          <a:lstStyle/>
          <a:p>
            <a:r>
              <a:rPr lang="en-US" altLang="zh-CN" smtClean="0"/>
              <a:t>Comments</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2 types of comments</a:t>
            </a:r>
            <a:endParaRPr lang="en-US" altLang="zh-CN" smtClean="0"/>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245110" y="770255"/>
            <a:ext cx="4298315" cy="882015"/>
          </a:xfrm>
        </p:spPr>
        <p:txBody>
          <a:bodyPr>
            <a:normAutofit/>
          </a:bodyPr>
          <a:lstStyle/>
          <a:p>
            <a:r>
              <a:rPr lang="en-US" altLang="en-US" dirty="0" smtClean="0"/>
              <a:t>Comments</a:t>
            </a:r>
            <a:endParaRPr lang="en-US" altLang="en-US" dirty="0" smtClean="0"/>
          </a:p>
        </p:txBody>
      </p:sp>
      <p:sp>
        <p:nvSpPr>
          <p:cNvPr id="5" name="文本占位符 4"/>
          <p:cNvSpPr>
            <a:spLocks noGrp="1"/>
          </p:cNvSpPr>
          <p:nvPr>
            <p:ph type="body" sz="quarter" idx="13"/>
            <p:custDataLst>
              <p:tags r:id="rId2"/>
            </p:custDataLst>
          </p:nvPr>
        </p:nvSpPr>
        <p:spPr>
          <a:xfrm>
            <a:off x="244475" y="1764030"/>
            <a:ext cx="4298950" cy="4527550"/>
          </a:xfrm>
        </p:spPr>
        <p:txBody>
          <a:bodyPr>
            <a:normAutofit fontScale="90000"/>
          </a:bodyPr>
          <a:lstStyle/>
          <a:p>
            <a:pPr marL="0" indent="457200">
              <a:buNone/>
            </a:pPr>
            <a:r>
              <a:rPr lang="en-US" altLang="en-US" sz="1600" dirty="0" smtClean="0"/>
              <a:t>Single-line comment:</a:t>
            </a:r>
            <a:endParaRPr lang="en-US" altLang="en-US" sz="1600" b="1" dirty="0" smtClean="0">
              <a:cs typeface="Arial" panose="020B0604020202090204" pitchFamily="34" charset="0"/>
            </a:endParaRPr>
          </a:p>
          <a:p>
            <a:pPr marL="0" indent="457200">
              <a:buNone/>
            </a:pPr>
            <a:r>
              <a:rPr lang="en-US" altLang="en-US" sz="2400" b="1" dirty="0" smtClean="0">
                <a:cs typeface="Arial" panose="020B0604020202090204" pitchFamily="34" charset="0"/>
              </a:rPr>
              <a:t>// ..</a:t>
            </a:r>
            <a:endParaRPr lang="en-US" altLang="en-US" sz="2400" b="1" dirty="0" smtClean="0">
              <a:cs typeface="Arial" panose="020B0604020202090204" pitchFamily="34" charset="0"/>
            </a:endParaRPr>
          </a:p>
          <a:p>
            <a:pPr marL="0" indent="457200">
              <a:buNone/>
            </a:pPr>
            <a:r>
              <a:rPr lang="en-US" altLang="en-US" sz="1600" dirty="0" smtClean="0"/>
              <a:t>— everything after it on that line is ignored</a:t>
            </a:r>
            <a:endParaRPr lang="en-US" altLang="en-US" sz="1600" dirty="0" smtClean="0"/>
          </a:p>
          <a:p>
            <a:pPr marL="0" indent="457200">
              <a:buNone/>
            </a:pPr>
            <a:r>
              <a:rPr lang="en-US" altLang="en-US" sz="1600" dirty="0" smtClean="0"/>
              <a:t>Multi-line comment: </a:t>
            </a:r>
            <a:endParaRPr lang="en-US" altLang="en-US" sz="1600" dirty="0" smtClean="0"/>
          </a:p>
          <a:p>
            <a:pPr marL="0" indent="457200">
              <a:buNone/>
            </a:pPr>
            <a:r>
              <a:rPr lang="en-US" altLang="en-US" sz="2400" b="1" dirty="0" smtClean="0">
                <a:cs typeface="Arial" panose="020B0604020202090204" pitchFamily="34" charset="0"/>
              </a:rPr>
              <a:t>/* ... */</a:t>
            </a:r>
            <a:endParaRPr lang="en-US" altLang="en-US" sz="2400" b="1" dirty="0" smtClean="0">
              <a:cs typeface="Arial" panose="020B0604020202090204" pitchFamily="34" charset="0"/>
            </a:endParaRPr>
          </a:p>
          <a:p>
            <a:pPr marL="0" indent="457200">
              <a:buNone/>
            </a:pPr>
            <a:r>
              <a:rPr lang="en-US" altLang="en-US" sz="1600" dirty="0" smtClean="0"/>
              <a:t> wraps across multiple lines</a:t>
            </a:r>
            <a:endParaRPr lang="en-US" altLang="en-US" sz="1600" dirty="0" smtClean="0"/>
          </a:p>
          <a:p>
            <a:pPr marL="0" indent="457200">
              <a:buNone/>
            </a:pPr>
            <a:endParaRPr lang="en-US" altLang="en-US" sz="1600" dirty="0" smtClean="0"/>
          </a:p>
          <a:p>
            <a:pPr marL="0" indent="457200">
              <a:buNone/>
            </a:pPr>
            <a:r>
              <a:rPr lang="en-US" altLang="en-US" sz="1600" dirty="0" smtClean="0"/>
              <a:t>Comments are for humans, not the compiler. We use them to explain our code</a:t>
            </a:r>
            <a:endParaRPr lang="en-US" altLang="en-US" sz="1600" dirty="0" smtClean="0"/>
          </a:p>
        </p:txBody>
      </p:sp>
      <p:pic>
        <p:nvPicPr>
          <p:cNvPr id="6" name="Picture 5" descr="Screenshot 2026-04-07 at 11.23.48 AM"/>
          <p:cNvPicPr>
            <a:picLocks noChangeAspect="1"/>
          </p:cNvPicPr>
          <p:nvPr/>
        </p:nvPicPr>
        <p:blipFill>
          <a:blip r:embed="rId3"/>
          <a:stretch>
            <a:fillRect/>
          </a:stretch>
        </p:blipFill>
        <p:spPr>
          <a:xfrm>
            <a:off x="4709160" y="622300"/>
            <a:ext cx="7325360" cy="4116705"/>
          </a:xfrm>
          <a:prstGeom prst="rect">
            <a:avLst/>
          </a:prstGeom>
        </p:spPr>
      </p:pic>
      <p:pic>
        <p:nvPicPr>
          <p:cNvPr id="7" name="Picture 6" descr="Screenshot 2026-04-07 at 11.31.54 AM"/>
          <p:cNvPicPr>
            <a:picLocks noChangeAspect="1"/>
          </p:cNvPicPr>
          <p:nvPr/>
        </p:nvPicPr>
        <p:blipFill>
          <a:blip r:embed="rId4"/>
          <a:stretch>
            <a:fillRect/>
          </a:stretch>
        </p:blipFill>
        <p:spPr>
          <a:xfrm>
            <a:off x="6028690" y="5377180"/>
            <a:ext cx="3822700" cy="914400"/>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03</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a:xfrm>
            <a:off x="4508500" y="2734310"/>
            <a:ext cx="6617335" cy="759460"/>
          </a:xfrm>
        </p:spPr>
        <p:txBody>
          <a:bodyPr>
            <a:normAutofit fontScale="90000"/>
          </a:bodyPr>
          <a:lstStyle/>
          <a:p>
            <a:r>
              <a:rPr lang="en-US" altLang="zh-CN" smtClean="0"/>
              <a:t>Data Types (Numbers)</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8 main data types</a:t>
            </a:r>
            <a:endParaRPr lang="en-US" altLang="zh-CN" smtClean="0"/>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6096000" y="92075"/>
            <a:ext cx="5624195" cy="882015"/>
          </a:xfrm>
        </p:spPr>
        <p:txBody>
          <a:bodyPr/>
          <a:lstStyle/>
          <a:p>
            <a:r>
              <a:rPr lang="en-US" altLang="en-US" sz="2800" dirty="0" smtClean="0"/>
              <a:t>Data Types (Numbers)</a:t>
            </a:r>
            <a:endParaRPr lang="en-US" altLang="en-US" sz="2800" dirty="0" smtClean="0"/>
          </a:p>
        </p:txBody>
      </p:sp>
      <p:sp>
        <p:nvSpPr>
          <p:cNvPr id="5" name="文本占位符 4"/>
          <p:cNvSpPr>
            <a:spLocks noGrp="1"/>
          </p:cNvSpPr>
          <p:nvPr>
            <p:ph type="body" sz="quarter" idx="13"/>
            <p:custDataLst>
              <p:tags r:id="rId2"/>
            </p:custDataLst>
          </p:nvPr>
        </p:nvSpPr>
        <p:spPr>
          <a:xfrm>
            <a:off x="6096000" y="756920"/>
            <a:ext cx="5624195" cy="3800475"/>
          </a:xfrm>
        </p:spPr>
        <p:txBody>
          <a:bodyPr>
            <a:normAutofit/>
          </a:bodyPr>
          <a:lstStyle/>
          <a:p>
            <a:pPr marL="0" indent="457200">
              <a:buNone/>
            </a:pPr>
            <a:r>
              <a:rPr lang="en-US" altLang="en-US" sz="1600" dirty="0" smtClean="0"/>
              <a:t>Java has 8 primitive types: </a:t>
            </a:r>
            <a:r>
              <a:rPr lang="en-US" altLang="en-US" sz="1600" b="1" i="1" dirty="0" smtClean="0">
                <a:cs typeface="Arial" panose="020B0604020202090204" pitchFamily="34" charset="0"/>
              </a:rPr>
              <a:t>byte, short, int, long, float, double, char, boolean</a:t>
            </a:r>
            <a:endParaRPr lang="en-US" altLang="en-US" sz="1600" dirty="0" smtClean="0"/>
          </a:p>
          <a:p>
            <a:pPr marL="0" indent="457200">
              <a:buNone/>
            </a:pPr>
            <a:r>
              <a:rPr lang="en-US" altLang="en-US" sz="1600" b="1" i="1" dirty="0" smtClean="0">
                <a:cs typeface="Arial" panose="020B0604020202090204" pitchFamily="34" charset="0"/>
              </a:rPr>
              <a:t>int</a:t>
            </a:r>
            <a:r>
              <a:rPr lang="en-US" altLang="en-US" sz="1600" dirty="0" smtClean="0"/>
              <a:t> is the default for whole numbers; </a:t>
            </a:r>
            <a:r>
              <a:rPr lang="en-US" altLang="en-US" sz="1600" b="1" i="1" dirty="0" smtClean="0">
                <a:cs typeface="Arial" panose="020B0604020202090204" pitchFamily="34" charset="0"/>
              </a:rPr>
              <a:t>double</a:t>
            </a:r>
            <a:r>
              <a:rPr lang="en-US" altLang="en-US" sz="1600" dirty="0" smtClean="0"/>
              <a:t> is the default for decimals</a:t>
            </a:r>
            <a:endParaRPr lang="en-US" altLang="en-US" sz="1600" dirty="0" smtClean="0"/>
          </a:p>
          <a:p>
            <a:pPr marL="0" indent="457200">
              <a:buNone/>
            </a:pPr>
            <a:r>
              <a:rPr lang="en-US" altLang="en-US" sz="1600" b="1" i="1" dirty="0" smtClean="0">
                <a:cs typeface="Arial" panose="020B0604020202090204" pitchFamily="34" charset="0"/>
              </a:rPr>
              <a:t>char</a:t>
            </a:r>
            <a:r>
              <a:rPr lang="en-US" altLang="en-US" sz="1600" dirty="0" smtClean="0"/>
              <a:t> stores a single character and uses single quotes 'A' — never double quotes</a:t>
            </a:r>
            <a:endParaRPr lang="en-US" altLang="en-US" sz="1600" dirty="0" smtClean="0"/>
          </a:p>
          <a:p>
            <a:pPr marL="0" indent="457200">
              <a:buNone/>
            </a:pPr>
            <a:r>
              <a:rPr lang="en-US" altLang="en-US" sz="1600" dirty="0" smtClean="0"/>
              <a:t>Wrapper classes (e.g. Integer, Double) wrap primitives so they can be used as objects</a:t>
            </a:r>
            <a:endParaRPr lang="en-US" altLang="en-US" sz="1600" dirty="0" smtClean="0"/>
          </a:p>
          <a:p>
            <a:pPr marL="0" indent="457200">
              <a:buNone/>
            </a:pPr>
            <a:r>
              <a:rPr lang="en-US" altLang="en-US" sz="1600" dirty="0" smtClean="0"/>
              <a:t>The Number class is the superclass of all numeric wrapper types</a:t>
            </a:r>
            <a:endParaRPr lang="en-US" altLang="en-US" sz="1600" dirty="0" smtClean="0"/>
          </a:p>
        </p:txBody>
      </p:sp>
      <p:pic>
        <p:nvPicPr>
          <p:cNvPr id="2" name="Picture 1" descr="Screenshot 2026-04-07 at 11.27.36 AM"/>
          <p:cNvPicPr>
            <a:picLocks noChangeAspect="1"/>
          </p:cNvPicPr>
          <p:nvPr/>
        </p:nvPicPr>
        <p:blipFill>
          <a:blip r:embed="rId3"/>
          <a:stretch>
            <a:fillRect/>
          </a:stretch>
        </p:blipFill>
        <p:spPr>
          <a:xfrm>
            <a:off x="181610" y="303530"/>
            <a:ext cx="5623560" cy="6409690"/>
          </a:xfrm>
          <a:prstGeom prst="rect">
            <a:avLst/>
          </a:prstGeom>
        </p:spPr>
      </p:pic>
      <p:pic>
        <p:nvPicPr>
          <p:cNvPr id="3" name="Picture 2" descr="Screenshot 2026-04-07 at 11.30.23 AM"/>
          <p:cNvPicPr>
            <a:picLocks noChangeAspect="1"/>
          </p:cNvPicPr>
          <p:nvPr/>
        </p:nvPicPr>
        <p:blipFill>
          <a:blip r:embed="rId4"/>
          <a:stretch>
            <a:fillRect/>
          </a:stretch>
        </p:blipFill>
        <p:spPr>
          <a:xfrm>
            <a:off x="6290310" y="4417060"/>
            <a:ext cx="2856865" cy="229616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04</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a:bodyPr>
          <a:lstStyle/>
          <a:p>
            <a:r>
              <a:rPr lang="en-US" altLang="zh-CN" smtClean="0"/>
              <a:t>Arithmetics</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 - * /</a:t>
            </a:r>
            <a:endParaRPr lang="en-US" altLang="zh-CN" smtClean="0"/>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4-07 at 11.50.03 AM"/>
          <p:cNvPicPr>
            <a:picLocks noChangeAspect="1"/>
          </p:cNvPicPr>
          <p:nvPr/>
        </p:nvPicPr>
        <p:blipFill>
          <a:blip r:embed="rId1"/>
          <a:stretch>
            <a:fillRect/>
          </a:stretch>
        </p:blipFill>
        <p:spPr>
          <a:xfrm>
            <a:off x="6122035" y="154305"/>
            <a:ext cx="6021705" cy="4022090"/>
          </a:xfrm>
          <a:prstGeom prst="rect">
            <a:avLst/>
          </a:prstGeom>
        </p:spPr>
      </p:pic>
      <p:pic>
        <p:nvPicPr>
          <p:cNvPr id="3" name="Picture 2" descr="Screenshot 2026-04-07 at 11.50.09 AM"/>
          <p:cNvPicPr>
            <a:picLocks noChangeAspect="1"/>
          </p:cNvPicPr>
          <p:nvPr/>
        </p:nvPicPr>
        <p:blipFill>
          <a:blip r:embed="rId2"/>
          <a:stretch>
            <a:fillRect/>
          </a:stretch>
        </p:blipFill>
        <p:spPr>
          <a:xfrm>
            <a:off x="7907020" y="4487545"/>
            <a:ext cx="2451100" cy="1574800"/>
          </a:xfrm>
          <a:prstGeom prst="rect">
            <a:avLst/>
          </a:prstGeom>
        </p:spPr>
      </p:pic>
      <p:pic>
        <p:nvPicPr>
          <p:cNvPr id="10" name="Picture 9" descr="Screenshot 2026-04-07 at 11.52.23 AM"/>
          <p:cNvPicPr>
            <a:picLocks noChangeAspect="1"/>
          </p:cNvPicPr>
          <p:nvPr/>
        </p:nvPicPr>
        <p:blipFill>
          <a:blip r:embed="rId3"/>
          <a:stretch>
            <a:fillRect/>
          </a:stretch>
        </p:blipFill>
        <p:spPr>
          <a:xfrm>
            <a:off x="79375" y="154305"/>
            <a:ext cx="6021705" cy="4333240"/>
          </a:xfrm>
          <a:prstGeom prst="rect">
            <a:avLst/>
          </a:prstGeom>
        </p:spPr>
      </p:pic>
      <p:pic>
        <p:nvPicPr>
          <p:cNvPr id="11" name="Picture 10" descr="Screenshot 2026-04-07 at 11.52.30 AM"/>
          <p:cNvPicPr>
            <a:picLocks noChangeAspect="1"/>
          </p:cNvPicPr>
          <p:nvPr/>
        </p:nvPicPr>
        <p:blipFill>
          <a:blip r:embed="rId4"/>
          <a:stretch>
            <a:fillRect/>
          </a:stretch>
        </p:blipFill>
        <p:spPr>
          <a:xfrm>
            <a:off x="1285240" y="4909185"/>
            <a:ext cx="3609975" cy="1382395"/>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05</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fontScale="90000"/>
          </a:bodyPr>
          <a:lstStyle/>
          <a:p>
            <a:r>
              <a:rPr lang="en-US" altLang="en-US" smtClean="0"/>
              <a:t>Type Casting (Conversion)</a:t>
            </a:r>
            <a:endParaRPr lang="en-US" altLang="en-US" smtClean="0"/>
          </a:p>
        </p:txBody>
      </p:sp>
      <p:sp>
        <p:nvSpPr>
          <p:cNvPr id="3" name="文本占位符 2"/>
          <p:cNvSpPr>
            <a:spLocks noGrp="1"/>
          </p:cNvSpPr>
          <p:nvPr>
            <p:ph type="body" idx="1"/>
            <p:custDataLst>
              <p:tags r:id="rId3"/>
            </p:custDataLst>
          </p:nvPr>
        </p:nvSpPr>
        <p:spPr/>
        <p:txBody>
          <a:bodyPr/>
          <a:lstStyle/>
          <a:p>
            <a:r>
              <a:rPr lang="en-US" altLang="zh-CN" smtClean="0"/>
              <a:t>324.545  --&gt;  324</a:t>
            </a:r>
            <a:endParaRPr lang="en-US" altLang="zh-CN" smtClean="0"/>
          </a:p>
          <a:p>
            <a:r>
              <a:rPr lang="en-US" altLang="zh-CN" smtClean="0">
                <a:sym typeface="+mn-ea"/>
              </a:rPr>
              <a:t>324</a:t>
            </a:r>
            <a:r>
              <a:rPr lang="en-US" altLang="zh-CN" smtClean="0">
                <a:sym typeface="+mn-ea"/>
              </a:rPr>
              <a:t>  --&gt;  </a:t>
            </a:r>
            <a:r>
              <a:rPr lang="en-US" altLang="zh-CN" smtClean="0">
                <a:sym typeface="+mn-ea"/>
              </a:rPr>
              <a:t>324.545</a:t>
            </a:r>
            <a:endParaRPr lang="en-US" altLang="zh-CN" smtClean="0"/>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13335" y="334010"/>
            <a:ext cx="5065395" cy="882015"/>
          </a:xfrm>
        </p:spPr>
        <p:txBody>
          <a:bodyPr>
            <a:normAutofit fontScale="90000"/>
          </a:bodyPr>
          <a:lstStyle/>
          <a:p>
            <a:r>
              <a:rPr lang="en-US" altLang="en-US" sz="2800" dirty="0" smtClean="0"/>
              <a:t>Type Casting (Conversion)</a:t>
            </a:r>
            <a:endParaRPr lang="en-US" altLang="en-US" sz="2800" dirty="0" smtClean="0"/>
          </a:p>
        </p:txBody>
      </p:sp>
      <p:sp>
        <p:nvSpPr>
          <p:cNvPr id="5" name="文本占位符 4"/>
          <p:cNvSpPr>
            <a:spLocks noGrp="1"/>
          </p:cNvSpPr>
          <p:nvPr>
            <p:ph type="body" sz="quarter" idx="13"/>
            <p:custDataLst>
              <p:tags r:id="rId2"/>
            </p:custDataLst>
          </p:nvPr>
        </p:nvSpPr>
        <p:spPr>
          <a:xfrm>
            <a:off x="163195" y="1216025"/>
            <a:ext cx="5064760" cy="5386705"/>
          </a:xfrm>
        </p:spPr>
        <p:txBody>
          <a:bodyPr>
            <a:noAutofit/>
          </a:bodyPr>
          <a:lstStyle/>
          <a:p>
            <a:pPr marL="0" indent="457200">
              <a:lnSpc>
                <a:spcPct val="100000"/>
              </a:lnSpc>
              <a:buNone/>
            </a:pPr>
            <a:r>
              <a:rPr lang="en-US" altLang="en-US" sz="2000" dirty="0" smtClean="0"/>
              <a:t>Widening (implicit): smaller type to larger type, done automatically by the compiler, no data loss</a:t>
            </a:r>
            <a:endParaRPr lang="en-US" altLang="en-US" sz="2000" dirty="0" smtClean="0"/>
          </a:p>
          <a:p>
            <a:pPr marL="0" indent="457200">
              <a:lnSpc>
                <a:spcPct val="100000"/>
              </a:lnSpc>
              <a:buNone/>
            </a:pPr>
            <a:endParaRPr lang="en-US" altLang="en-US" sz="2000" dirty="0" smtClean="0"/>
          </a:p>
          <a:p>
            <a:pPr marL="0" indent="457200">
              <a:lnSpc>
                <a:spcPct val="100000"/>
              </a:lnSpc>
              <a:buNone/>
            </a:pPr>
            <a:r>
              <a:rPr lang="en-US" altLang="en-US" sz="2000" dirty="0" smtClean="0"/>
              <a:t>Hierarchy: byte → short → int → long → float → double</a:t>
            </a:r>
            <a:endParaRPr lang="en-US" altLang="en-US" sz="2000" dirty="0" smtClean="0"/>
          </a:p>
          <a:p>
            <a:pPr marL="0" indent="457200">
              <a:lnSpc>
                <a:spcPct val="100000"/>
              </a:lnSpc>
              <a:buNone/>
            </a:pPr>
            <a:endParaRPr lang="en-US" altLang="en-US" sz="2000" dirty="0" smtClean="0"/>
          </a:p>
          <a:p>
            <a:pPr marL="0" indent="457200">
              <a:lnSpc>
                <a:spcPct val="100000"/>
              </a:lnSpc>
              <a:buNone/>
            </a:pPr>
            <a:r>
              <a:rPr lang="en-US" altLang="en-US" sz="2000" dirty="0" smtClean="0"/>
              <a:t>Narrowing (explicit): larger type → smaller type, done manually by the programmer using (type)</a:t>
            </a:r>
            <a:endParaRPr lang="en-US" altLang="en-US" sz="2000" dirty="0" smtClean="0"/>
          </a:p>
          <a:p>
            <a:pPr marL="0" indent="457200">
              <a:lnSpc>
                <a:spcPct val="100000"/>
              </a:lnSpc>
              <a:buNone/>
            </a:pPr>
            <a:endParaRPr lang="en-US" altLang="en-US" sz="2000" dirty="0" smtClean="0"/>
          </a:p>
          <a:p>
            <a:pPr marL="0" indent="457200">
              <a:lnSpc>
                <a:spcPct val="100000"/>
              </a:lnSpc>
              <a:buNone/>
            </a:pPr>
            <a:r>
              <a:rPr lang="en-US" altLang="en-US" sz="2000" dirty="0" smtClean="0"/>
              <a:t>May cause data loss...</a:t>
            </a:r>
            <a:endParaRPr lang="en-US" altLang="en-US" sz="2000" dirty="0" smtClean="0"/>
          </a:p>
        </p:txBody>
      </p:sp>
      <p:pic>
        <p:nvPicPr>
          <p:cNvPr id="10" name="Picture 9" descr="Screenshot 2026-04-07 at 11.45.09 AM"/>
          <p:cNvPicPr>
            <a:picLocks noChangeAspect="1"/>
          </p:cNvPicPr>
          <p:nvPr/>
        </p:nvPicPr>
        <p:blipFill>
          <a:blip r:embed="rId3"/>
          <a:stretch>
            <a:fillRect/>
          </a:stretch>
        </p:blipFill>
        <p:spPr>
          <a:xfrm>
            <a:off x="5227955" y="464820"/>
            <a:ext cx="6096000" cy="3556000"/>
          </a:xfrm>
          <a:prstGeom prst="rect">
            <a:avLst/>
          </a:prstGeom>
        </p:spPr>
      </p:pic>
      <p:pic>
        <p:nvPicPr>
          <p:cNvPr id="11" name="Picture 10" descr="Screenshot 2026-04-07 at 11.45.15 AM"/>
          <p:cNvPicPr>
            <a:picLocks noChangeAspect="1"/>
          </p:cNvPicPr>
          <p:nvPr/>
        </p:nvPicPr>
        <p:blipFill>
          <a:blip r:embed="rId4"/>
          <a:stretch>
            <a:fillRect/>
          </a:stretch>
        </p:blipFill>
        <p:spPr>
          <a:xfrm>
            <a:off x="5227955" y="4551680"/>
            <a:ext cx="2921000" cy="1828800"/>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 [1]</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Why does Java have so many number types instead of just one?</a:t>
            </a:r>
            <a:endParaRPr lang="en-US" altLang="en-US" sz="2800" dirty="0" smtClean="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To save memory. A byte uses 8 bits, an int uses 32 bits. If you only need a small number, why waste space?</a:t>
            </a:r>
            <a:endParaRPr lang="en-US" altLang="en-US" sz="2800" dirty="0" smtClean="0"/>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 [2]</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What do all these types (int, double, float…) eventually become for the computer?</a:t>
            </a:r>
            <a:endParaRPr lang="en-US" altLang="en-US" sz="2800" dirty="0" smtClean="0"/>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They all become </a:t>
            </a:r>
            <a:r>
              <a:rPr lang="en-US" altLang="en-US" sz="2800" b="1" dirty="0" smtClean="0">
                <a:cs typeface="Arial" panose="020B0604020202090204" pitchFamily="34" charset="0"/>
              </a:rPr>
              <a:t>binary</a:t>
            </a:r>
            <a:r>
              <a:rPr lang="en-US" altLang="en-US" sz="2800" dirty="0" smtClean="0"/>
              <a:t> (0s and 1s)</a:t>
            </a:r>
            <a:endParaRPr lang="en-US" altLang="en-US" sz="2800" dirty="0" smtClean="0"/>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dirty="0" smtClean="0"/>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3"/>
  <p:tag name="KSO_WM_UNIT_LAYERLEVEL" val="1"/>
  <p:tag name="KSO_WM_TAG_VERSION" val="1.0"/>
  <p:tag name="KSO_WM_BEAUTIFY_FLAG" val="#wm#"/>
  <p:tag name="KSO_WM_UNIT_TYPE" val="i"/>
  <p:tag name="KSO_WM_UNIT_INDEX" val="3"/>
  <p:tag name="KSO_WM_SLIDE_BACKGROUND_TYPE" val="frame"/>
  <p:tag name="KSO_WM_SLIDE_BK_DARK_LIGHT" val="2"/>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3"/>
  <p:tag name="KSO_WM_UNIT_LAYERLEVEL" val="1"/>
  <p:tag name="KSO_WM_TAG_VERSION" val="1.0"/>
  <p:tag name="KSO_WM_BEAUTIFY_FLAG" val="#wm#"/>
  <p:tag name="KSO_WM_UNIT_TYPE" val="i"/>
  <p:tag name="KSO_WM_UNIT_INDEX" val="3"/>
  <p:tag name="KSO_WM_SLIDE_BACKGROUND_TYPE" val="frame"/>
  <p:tag name="KSO_WM_SLIDE_BK_DARK_LIGHT" val="2"/>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SLIDE_BACKGROUND_TYPE" val="general"/>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
  <p:tag name="KSO_WM_UNIT_LAYERLEVEL" val="1"/>
  <p:tag name="KSO_WM_TAG_VERSION" val="1.0"/>
  <p:tag name="KSO_WM_BEAUTIFY_FLAG" val="#wm#"/>
  <p:tag name="KSO_WM_UNIT_TYPE" val="i"/>
  <p:tag name="KSO_WM_UNIT_INDEX" val="2"/>
  <p:tag name="KSO_WM_SLIDE_BACKGROUND_TYPE" val="general"/>
  <p:tag name="KSO_WM_SLIDE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3"/>
  <p:tag name="KSO_WM_UNIT_LAYERLEVEL" val="1"/>
  <p:tag name="KSO_WM_TAG_VERSION" val="1.0"/>
  <p:tag name="KSO_WM_BEAUTIFY_FLAG" val="#wm#"/>
  <p:tag name="KSO_WM_UNIT_TYPE" val="i"/>
  <p:tag name="KSO_WM_UNIT_INDEX" val="3"/>
  <p:tag name="KSO_WM_SLIDE_BACKGROUND_TYPE" val="frame"/>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SLIDE_BACKGROUND_TYPE" val="leftRight"/>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
  <p:tag name="KSO_WM_UNIT_LAYERLEVEL" val="1"/>
  <p:tag name="KSO_WM_TAG_VERSION" val="1.0"/>
  <p:tag name="KSO_WM_BEAUTIFY_FLAG" val="#wm#"/>
  <p:tag name="KSO_WM_UNIT_TYPE" val="i"/>
  <p:tag name="KSO_WM_UNIT_INDEX" val="2"/>
  <p:tag name="KSO_WM_SLIDE_BACKGROUND_TYPE" val="leftRight"/>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SLIDE_BACKGROUND_TYPE" val="topBottom"/>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
  <p:tag name="KSO_WM_UNIT_LAYERLEVEL" val="1"/>
  <p:tag name="KSO_WM_TAG_VERSION" val="1.0"/>
  <p:tag name="KSO_WM_BEAUTIFY_FLAG" val="#wm#"/>
  <p:tag name="KSO_WM_UNIT_TYPE" val="i"/>
  <p:tag name="KSO_WM_UNIT_INDEX" val="2"/>
  <p:tag name="KSO_WM_SLIDE_BACKGROUND_TYPE" val="topBottom"/>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 name="KSO_WM_SLIDE_BACKGROUND_TYPE" val="bottomTop"/>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
  <p:tag name="KSO_WM_UNIT_LAYERLEVEL" val="1"/>
  <p:tag name="KSO_WM_TAG_VERSION" val="1.0"/>
  <p:tag name="KSO_WM_BEAUTIFY_FLAG" val="#wm#"/>
  <p:tag name="KSO_WM_UNIT_TYPE" val="i"/>
  <p:tag name="KSO_WM_UNIT_INDEX" val="2"/>
  <p:tag name="KSO_WM_SLIDE_BACKGROUND_TYPE" val="navigation"/>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8"/>
  <p:tag name="KSO_WM_UNIT_LAYERLEVEL" val="1"/>
  <p:tag name="KSO_WM_TAG_VERSION" val="1.0"/>
  <p:tag name="KSO_WM_BEAUTIFY_FLAG" val="#wm#"/>
  <p:tag name="KSO_WM_UNIT_TYPE" val="i"/>
  <p:tag name="KSO_WM_UNIT_INDEX" val="8"/>
  <p:tag name="KSO_WM_SLIDE_BACKGROUND_TYPE" val="belt"/>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8"/>
  <p:tag name="KSO_WM_UNIT_LAYERLEVEL" val="1"/>
  <p:tag name="KSO_WM_TAG_VERSION" val="1.0"/>
  <p:tag name="KSO_WM_BEAUTIFY_FLAG" val="#wm#"/>
  <p:tag name="KSO_WM_UNIT_TYPE" val="i"/>
  <p:tag name="KSO_WM_UNIT_INDEX" val="8"/>
  <p:tag name="KSO_WM_SLIDE_BACKGROUND_TYPE" val="belt"/>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2588"/>
</p:tagLst>
</file>

<file path=ppt/tags/tag141.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2588"/>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5.xml><?xml version="1.0" encoding="utf-8"?>
<p:tagLst xmlns:p="http://schemas.openxmlformats.org/presentationml/2006/main">
  <p:tag name="KSO_WM_TEMPLATE_THUMBS_INDEX" val="1、3、7、15"/>
  <p:tag name="KSO_WM_TEMPLATE_SUBCATEGORY" val="0"/>
  <p:tag name="KSO_WM_TAG_VERSION" val="1.0"/>
  <p:tag name="KSO_WM_BEAUTIFY_FLAG" val="#wm#"/>
  <p:tag name="KSO_WM_TEMPLATE_CATEGORY" val="custom"/>
  <p:tag name="KSO_WM_TEMPLATE_INDEX" val="20202588"/>
  <p:tag name="KSO_WM_TEMPLATE_MASTER_TYPE" val="1"/>
  <p:tag name="KSO_WM_TEMPLATE_COLOR_TYPE" val="1"/>
  <p:tag name="KSO_WM_TEMPLATE_MASTER_THUMB_INDEX" val="18"/>
  <p:tag name="KSO_WM_UNIT_SHOW_EDIT_AREA_INDICATION" val="0"/>
</p:tagLst>
</file>

<file path=ppt/tags/tag146.xml><?xml version="1.0" encoding="utf-8"?>
<p:tagLst xmlns:p="http://schemas.openxmlformats.org/presentationml/2006/main">
  <p:tag name="KSO_WM_UNIT_ISCONTENTS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2588_1*a*1"/>
  <p:tag name="KSO_WM_TEMPLATE_CATEGORY" val="custom"/>
  <p:tag name="KSO_WM_TEMPLATE_INDEX" val="20202588"/>
  <p:tag name="KSO_WM_UNIT_LAYERLEVEL" val="1"/>
  <p:tag name="KSO_WM_TAG_VERSION" val="1.0"/>
  <p:tag name="KSO_WM_BEAUTIFY_FLAG" val="#wm#"/>
  <p:tag name="KSO_WM_UNIT_PRESET_TEXT" val="FRESH _x000B_WORK SUMMARY"/>
</p:tagLst>
</file>

<file path=ppt/tags/tag147.xml><?xml version="1.0" encoding="utf-8"?>
<p:tagLst xmlns:p="http://schemas.openxmlformats.org/presentationml/2006/main">
  <p:tag name="KSO_WM_UNIT_ISCONTENTSTITLE" val="0"/>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588_1*b*1"/>
  <p:tag name="KSO_WM_TEMPLATE_CATEGORY" val="custom"/>
  <p:tag name="KSO_WM_TEMPLATE_INDEX" val="20202588"/>
  <p:tag name="KSO_WM_UNIT_LAYERLEVEL" val="1"/>
  <p:tag name="KSO_WM_TAG_VERSION" val="1.0"/>
  <p:tag name="KSO_WM_BEAUTIFY_FLAG" val="#wm#"/>
  <p:tag name="KSO_WM_UNIT_PRESET_TEXT" val="Click here to add to the title"/>
</p:tagLst>
</file>

<file path=ppt/tags/tag148.xml><?xml version="1.0" encoding="utf-8"?>
<p:tagLst xmlns:p="http://schemas.openxmlformats.org/presentationml/2006/main">
  <p:tag name="KSO_WM_UNIT_ISCONTENTSTITLE" val="0"/>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588_1*b*1"/>
  <p:tag name="KSO_WM_TEMPLATE_CATEGORY" val="custom"/>
  <p:tag name="KSO_WM_TEMPLATE_INDEX" val="20202588"/>
  <p:tag name="KSO_WM_UNIT_LAYERLEVEL" val="1"/>
  <p:tag name="KSO_WM_TAG_VERSION" val="1.0"/>
  <p:tag name="KSO_WM_BEAUTIFY_FLAG" val="#wm#"/>
  <p:tag name="KSO_WM_UNIT_PRESET_TEXT" val="Click here to add to the title"/>
</p:tagLst>
</file>

<file path=ppt/tags/tag149.xml><?xml version="1.0" encoding="utf-8"?>
<p:tagLst xmlns:p="http://schemas.openxmlformats.org/presentationml/2006/main">
  <p:tag name="KSO_WM_TEMPLATE_THUMBS_INDEX" val="1、3、7、15"/>
  <p:tag name="KSO_WM_SLIDE_ID" val="custom2020258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88"/>
  <p:tag name="KSO_WM_SLIDE_LAYOUT" val="a_b"/>
  <p:tag name="KSO_WM_SLIDE_LAYOUT_CNT" val="1_1"/>
  <p:tag name="KSO_WM_TEMPLATE_MASTER_TYPE" val="1"/>
  <p:tag name="KSO_WM_TEMPLATE_COLOR_TYPE" val="1"/>
  <p:tag name="KSO_WM_TEMPLATE_MASTER_THUMB_INDEX" val="1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53.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54.xml><?xml version="1.0" encoding="utf-8"?>
<p:tagLst xmlns:p="http://schemas.openxmlformats.org/presentationml/2006/main">
  <p:tag name="KSO_WM_UNIT_NOCLEAR" val="0"/>
  <p:tag name="KSO_WM_UNIT_VALUE" val="141"/>
  <p:tag name="KSO_WM_UNIT_HIGHLIGHT" val="0"/>
  <p:tag name="KSO_WM_UNIT_COMPATIBLE" val="0"/>
  <p:tag name="KSO_WM_UNIT_DIAGRAM_ISNUMVISUAL" val="0"/>
  <p:tag name="KSO_WM_UNIT_DIAGRAM_ISREFERUNIT" val="0"/>
  <p:tag name="KSO_WM_UNIT_TYPE" val="f"/>
  <p:tag name="KSO_WM_UNIT_INDEX" val="1"/>
  <p:tag name="KSO_WM_UNIT_ID" val="custom20202588_8*f*1"/>
  <p:tag name="KSO_WM_TEMPLATE_CATEGORY" val="custom"/>
  <p:tag name="KSO_WM_TEMPLATE_INDEX" val="20202588"/>
  <p:tag name="KSO_WM_UNIT_LAYERLEVEL" val="1"/>
  <p:tag name="KSO_WM_TAG_VERSION" val="1.0"/>
  <p:tag name="KSO_WM_BEAUTIFY_FLAG" val="#wm#"/>
  <p:tag name="KSO_WM_UNIT_PRESET_TEXT" val="Click here to add the text, the text is the extraction of your thought, please try to explain your point of view as succinctly as possible."/>
</p:tagLst>
</file>

<file path=ppt/tags/tag155.xml><?xml version="1.0" encoding="utf-8"?>
<p:tagLst xmlns:p="http://schemas.openxmlformats.org/presentationml/2006/main">
  <p:tag name="KSO_WM_UNIT_ISCONTENTS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588_8*a*1"/>
  <p:tag name="KSO_WM_TEMPLATE_CATEGORY" val="custom"/>
  <p:tag name="KSO_WM_TEMPLATE_INDEX" val="20202588"/>
  <p:tag name="KSO_WM_UNIT_LAYERLEVEL" val="1"/>
  <p:tag name="KSO_WM_TAG_VERSION" val="1.0"/>
  <p:tag name="KSO_WM_BEAUTIFY_FLAG" val="#wm#"/>
  <p:tag name="KSO_WM_UNIT_PRESET_TEXT" val="Click here to add to the title"/>
</p:tagLst>
</file>

<file path=ppt/tags/tag156.xml><?xml version="1.0" encoding="utf-8"?>
<p:tagLst xmlns:p="http://schemas.openxmlformats.org/presentationml/2006/main">
  <p:tag name="KSO_WM_SLIDE_ID" val="custom20202588_8"/>
  <p:tag name="KSO_WM_TEMPLATE_SUBCATEGORY" val="0"/>
  <p:tag name="KSO_WM_SLIDE_TYPE" val="text"/>
  <p:tag name="KSO_WM_SLIDE_SUBTYPE" val="picTxt"/>
  <p:tag name="KSO_WM_SLIDE_ITEM_CNT" val="0"/>
  <p:tag name="KSO_WM_SLIDE_INDEX" val="8"/>
  <p:tag name="KSO_WM_SLIDE_SIZE" val="864*443"/>
  <p:tag name="KSO_WM_SLIDE_POSITION" val="47*48"/>
  <p:tag name="KSO_WM_TAG_VERSION" val="1.0"/>
  <p:tag name="KSO_WM_BEAUTIFY_FLAG" val="#wm#"/>
  <p:tag name="KSO_WM_TEMPLATE_CATEGORY" val="custom"/>
  <p:tag name="KSO_WM_TEMPLATE_INDEX" val="20202588"/>
  <p:tag name="KSO_WM_SLIDE_LAYOUT" val="a_d_f"/>
  <p:tag name="KSO_WM_SLIDE_LAYOUT_CNT" val="1_1_1"/>
  <p:tag name="KSO_WM_TEMPLATE_MASTER_TYPE" val="1"/>
  <p:tag name="KSO_WM_TEMPLATE_COLOR_TYPE"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60.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a*1"/>
  <p:tag name="KSO_WM_TEMPLATE_CATEGORY" val="custom"/>
  <p:tag name="KSO_WM_TEMPLATE_INDEX" val="20202588"/>
  <p:tag name="KSO_WM_UNIT_LAYERLEVEL" val="1"/>
  <p:tag name="KSO_WM_TAG_VERSION" val="1.0"/>
  <p:tag name="KSO_WM_BEAUTIFY_FLAG" val="#wm#"/>
  <p:tag name="KSO_WM_UNIT_ISCONTENTSTITLE" val="0"/>
  <p:tag name="KSO_WM_UNIT_PRESET_TEXT" val="Enter title"/>
  <p:tag name="KSO_WM_UNIT_NOCLEAR" val="0"/>
  <p:tag name="KSO_WM_UNIT_VALUE" val="10"/>
  <p:tag name="KSO_WM_UNIT_TYPE" val="a"/>
  <p:tag name="KSO_WM_UNIT_INDEX"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f*1"/>
  <p:tag name="KSO_WM_TEMPLATE_CATEGORY" val="custom"/>
  <p:tag name="KSO_WM_TEMPLATE_INDEX" val="20202588"/>
  <p:tag name="KSO_WM_UNIT_LAYERLEVEL" val="1"/>
  <p:tag name="KSO_WM_TAG_VERSION" val="1.0"/>
  <p:tag name="KSO_WM_BEAUTIFY_FLAG" val="#wm#"/>
  <p:tag name="KSO_WM_UNIT_NOCLEAR" val="0"/>
  <p:tag name="KSO_WM_UNIT_VALUE" val="216"/>
  <p:tag name="KSO_WM_UNIT_TYPE" val="f"/>
  <p:tag name="KSO_WM_UNIT_INDEX" val="1"/>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Lst>
</file>

<file path=ppt/tags/tag163.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67.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a*1"/>
  <p:tag name="KSO_WM_TEMPLATE_CATEGORY" val="custom"/>
  <p:tag name="KSO_WM_TEMPLATE_INDEX" val="20202588"/>
  <p:tag name="KSO_WM_UNIT_LAYERLEVEL" val="1"/>
  <p:tag name="KSO_WM_TAG_VERSION" val="1.0"/>
  <p:tag name="KSO_WM_BEAUTIFY_FLAG" val="#wm#"/>
  <p:tag name="KSO_WM_UNIT_ISCONTENTSTITLE" val="0"/>
  <p:tag name="KSO_WM_UNIT_PRESET_TEXT" val="Enter title"/>
  <p:tag name="KSO_WM_UNIT_NOCLEAR" val="0"/>
  <p:tag name="KSO_WM_UNIT_VALUE" val="10"/>
  <p:tag name="KSO_WM_UNIT_TYPE" val="a"/>
  <p:tag name="KSO_WM_UNIT_INDEX"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f*1"/>
  <p:tag name="KSO_WM_TEMPLATE_CATEGORY" val="custom"/>
  <p:tag name="KSO_WM_TEMPLATE_INDEX" val="20202588"/>
  <p:tag name="KSO_WM_UNIT_LAYERLEVEL" val="1"/>
  <p:tag name="KSO_WM_TAG_VERSION" val="1.0"/>
  <p:tag name="KSO_WM_BEAUTIFY_FLAG" val="#wm#"/>
  <p:tag name="KSO_WM_UNIT_NOCLEAR" val="0"/>
  <p:tag name="KSO_WM_UNIT_VALUE" val="216"/>
  <p:tag name="KSO_WM_UNIT_TYPE" val="f"/>
  <p:tag name="KSO_WM_UNIT_INDEX" val="1"/>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Lst>
</file>

<file path=ppt/tags/tag170.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74.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75.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79.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a*1"/>
  <p:tag name="KSO_WM_TEMPLATE_CATEGORY" val="custom"/>
  <p:tag name="KSO_WM_TEMPLATE_INDEX" val="20202588"/>
  <p:tag name="KSO_WM_UNIT_LAYERLEVEL" val="1"/>
  <p:tag name="KSO_WM_TAG_VERSION" val="1.0"/>
  <p:tag name="KSO_WM_BEAUTIFY_FLAG" val="#wm#"/>
  <p:tag name="KSO_WM_UNIT_ISCONTENTSTITLE" val="0"/>
  <p:tag name="KSO_WM_UNIT_PRESET_TEXT" val="Enter title"/>
  <p:tag name="KSO_WM_UNIT_NOCLEAR" val="0"/>
  <p:tag name="KSO_WM_UNIT_VALUE" val="10"/>
  <p:tag name="KSO_WM_UNIT_TYPE" val="a"/>
  <p:tag name="KSO_WM_UNIT_INDEX"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f*1"/>
  <p:tag name="KSO_WM_TEMPLATE_CATEGORY" val="custom"/>
  <p:tag name="KSO_WM_TEMPLATE_INDEX" val="20202588"/>
  <p:tag name="KSO_WM_UNIT_LAYERLEVEL" val="1"/>
  <p:tag name="KSO_WM_TAG_VERSION" val="1.0"/>
  <p:tag name="KSO_WM_BEAUTIFY_FLAG" val="#wm#"/>
  <p:tag name="KSO_WM_UNIT_NOCLEAR" val="0"/>
  <p:tag name="KSO_WM_UNIT_VALUE" val="216"/>
  <p:tag name="KSO_WM_UNIT_TYPE" val="f"/>
  <p:tag name="KSO_WM_UNIT_INDEX" val="1"/>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Lst>
</file>

<file path=ppt/tags/tag182.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85.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88.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91.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94.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5*a*1"/>
  <p:tag name="KSO_WM_TEMPLATE_CATEGORY" val="custom"/>
  <p:tag name="KSO_WM_TEMPLATE_INDEX" val="20202588"/>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谢谢聆听"/>
</p:tagLst>
</file>

<file path=ppt/tags/tag196.xml><?xml version="1.0" encoding="utf-8"?>
<p:tagLst xmlns:p="http://schemas.openxmlformats.org/presentationml/2006/main">
  <p:tag name="KSO_WM_BEAUTIFY_FLAG" val="#wm#"/>
  <p:tag name="KSO_WM_TEMPLATE_CATEGORY" val="custom"/>
  <p:tag name="KSO_WM_TEMPLATE_INDEX" val="20202588"/>
  <p:tag name="KSO_WM_SLIDE_ID" val="custom20202588_15"/>
  <p:tag name="KSO_WM_TEMPLATE_SUBCATEGORY" val="0"/>
  <p:tag name="KSO_WM_TEMPLATE_MASTER_TYPE" val="1"/>
  <p:tag name="KSO_WM_TEMPLATE_COLOR_TYPE" val="1"/>
  <p:tag name="KSO_WM_SLIDE_ITEM_CNT" val="0"/>
  <p:tag name="KSO_WM_SLIDE_INDEX" val="15"/>
  <p:tag name="KSO_WM_TAG_VERSION" val="1.0"/>
  <p:tag name="KSO_WM_SLIDE_TYPE" val="endPage"/>
  <p:tag name="KSO_WM_SLIDE_SUBTYPE" val="pureTxt"/>
  <p:tag name="KSO_WM_SLIDE_LAYOUT" val="a"/>
  <p:tag name="KSO_WM_SLIDE_LAYOUT_CNT" val="1"/>
</p:tagLst>
</file>

<file path=ppt/theme/theme1.xml><?xml version="1.0" encoding="utf-8"?>
<a:theme xmlns:a="http://schemas.openxmlformats.org/drawingml/2006/main" name="Office Theme">
  <a:themeElements>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2.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3.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4.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5.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6.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7.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8.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9.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0.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1.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2.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3.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4.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5.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6.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docProps/app.xml><?xml version="1.0" encoding="utf-8"?>
<Properties xmlns="http://schemas.openxmlformats.org/officeDocument/2006/extended-properties" xmlns:vt="http://schemas.openxmlformats.org/officeDocument/2006/docPropsVTypes">
  <TotalTime>0</TotalTime>
  <Words>2002</Words>
  <Application>WPS Presentation</Application>
  <PresentationFormat>宽屏</PresentationFormat>
  <Paragraphs>95</Paragraphs>
  <Slides>16</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Microsoft YaHei</vt:lpstr>
      <vt:lpstr>汉仪旗黑</vt:lpstr>
      <vt:lpstr>Segoe UI</vt:lpstr>
      <vt:lpstr>苹方-简</vt:lpstr>
      <vt:lpstr>Arial Unicode MS</vt:lpstr>
      <vt:lpstr>SimSun</vt:lpstr>
      <vt:lpstr>宋体-简</vt:lpstr>
      <vt:lpstr>Office Theme</vt:lpstr>
      <vt:lpstr>FRESH GRAFFITI  EDUCATION</vt:lpstr>
      <vt:lpstr>Click here to add to the title</vt:lpstr>
      <vt:lpstr>PowerPoint 演示文稿</vt:lpstr>
      <vt:lpstr>Click here to add to the title</vt:lpstr>
      <vt:lpstr>Enter title</vt:lpstr>
      <vt:lpstr>Click here to add to the title</vt:lpstr>
      <vt:lpstr>Comments in Java</vt:lpstr>
      <vt:lpstr>Comments</vt:lpstr>
      <vt:lpstr>Comments</vt:lpstr>
      <vt:lpstr>Click here to add to the title</vt:lpstr>
      <vt:lpstr>Java Data Types (Numbers)</vt:lpstr>
      <vt:lpstr>Click here to add to the title</vt:lpstr>
      <vt:lpstr>Q &amp; A</vt:lpstr>
      <vt:lpstr>Q &amp; A</vt:lpstr>
      <vt:lpstr>Q &amp; A</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Muhammadsodiq Shukurillayev</cp:lastModifiedBy>
  <cp:revision>14</cp:revision>
  <dcterms:created xsi:type="dcterms:W3CDTF">2026-04-07T02:58:32Z</dcterms:created>
  <dcterms:modified xsi:type="dcterms:W3CDTF">2026-04-07T02:58:32Z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1033-12.1.23155.23155</vt:lpwstr>
  </property>
  <property fmtid="{D5CDD505-2E9C-101B-9397-08002B2CF9AE}" pid="3" name="ICV">
    <vt:lpwstr>9E5E71344B497D86FD65D4692E7305EC_41</vt:lpwstr>
  </property>
</Properties>
</file>
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Mental Health Support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5-19 at 9.46.3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5" y="198755"/>
            <a:ext cx="10337165" cy="6460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5-19 at 9.47.3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" y="124460"/>
            <a:ext cx="10574020" cy="6609080"/>
          </a:xfrm>
          <a:prstGeom prst="rect">
            <a:avLst/>
          </a:prstGeom>
        </p:spPr>
      </p:pic>
      <p:pic>
        <p:nvPicPr>
          <p:cNvPr id="5" name="Picture 4" descr="Screenshot 2026-05-19 at 9.47.57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590" y="648335"/>
            <a:ext cx="8039735" cy="25958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5-19 at 9.50.01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1180465"/>
            <a:ext cx="5492750" cy="4114800"/>
          </a:xfrm>
          <a:prstGeom prst="rect">
            <a:avLst/>
          </a:prstGeom>
        </p:spPr>
      </p:pic>
      <p:pic>
        <p:nvPicPr>
          <p:cNvPr id="3" name="Picture 2" descr="Screenshot 2026-05-19 at 9.50.51 AM"/>
          <p:cNvPicPr>
            <a:picLocks noChangeAspect="1"/>
          </p:cNvPicPr>
          <p:nvPr/>
        </p:nvPicPr>
        <p:blipFill>
          <a:blip r:embed="rId2"/>
          <a:srcRect r="35509"/>
          <a:stretch>
            <a:fillRect/>
          </a:stretch>
        </p:blipFill>
        <p:spPr>
          <a:xfrm>
            <a:off x="6068060" y="390525"/>
            <a:ext cx="5514340" cy="5344795"/>
          </a:xfrm>
          <a:prstGeom prst="rect">
            <a:avLst/>
          </a:prstGeom>
        </p:spPr>
      </p:pic>
      <p:pic>
        <p:nvPicPr>
          <p:cNvPr id="6" name="Picture 5" descr="Screenshot 2026-05-19 at 9.51.51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060" y="5707380"/>
            <a:ext cx="5513705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5-19 at 9.53.1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10" y="256540"/>
            <a:ext cx="10152380" cy="6345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Screenshot 2026-05-19 at 9.55.3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101600"/>
            <a:ext cx="10648315" cy="6655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Presentation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4</cp:revision>
  <dcterms:created xsi:type="dcterms:W3CDTF">2026-05-19T00:56:01Z</dcterms:created>
  <dcterms:modified xsi:type="dcterms:W3CDTF">2026-05-19T00:56:01Z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6EC07B4910E140BDCBB20B6AD5B5E53B_41</vt:lpwstr>
  </property>
  <property fmtid="{D5CDD505-2E9C-101B-9397-08002B2CF9AE}" pid="3" name="KSOProductBuildVer">
    <vt:lpwstr>1033-12.1.23155.23155</vt:lpwstr>
  </property>
</Properties>
</file>